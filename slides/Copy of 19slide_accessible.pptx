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3" r:id="rId4"/>
    <p:sldMasterId id="2147483659" r:id="rId5"/>
  </p:sldMasterIdLst>
  <p:notesMasterIdLst>
    <p:notesMasterId r:id="rId33"/>
  </p:notesMasterIdLst>
  <p:handoutMasterIdLst>
    <p:handoutMasterId r:id="rId34"/>
  </p:handoutMasterIdLst>
  <p:sldIdLst>
    <p:sldId id="330" r:id="rId6"/>
    <p:sldId id="434" r:id="rId7"/>
    <p:sldId id="408" r:id="rId8"/>
    <p:sldId id="409" r:id="rId9"/>
    <p:sldId id="410" r:id="rId10"/>
    <p:sldId id="411" r:id="rId11"/>
    <p:sldId id="412" r:id="rId12"/>
    <p:sldId id="413" r:id="rId13"/>
    <p:sldId id="414" r:id="rId14"/>
    <p:sldId id="415" r:id="rId15"/>
    <p:sldId id="416" r:id="rId16"/>
    <p:sldId id="417" r:id="rId17"/>
    <p:sldId id="418" r:id="rId18"/>
    <p:sldId id="419" r:id="rId19"/>
    <p:sldId id="420" r:id="rId20"/>
    <p:sldId id="421" r:id="rId21"/>
    <p:sldId id="422" r:id="rId22"/>
    <p:sldId id="433" r:id="rId23"/>
    <p:sldId id="424" r:id="rId24"/>
    <p:sldId id="425" r:id="rId25"/>
    <p:sldId id="426" r:id="rId26"/>
    <p:sldId id="427" r:id="rId27"/>
    <p:sldId id="428" r:id="rId28"/>
    <p:sldId id="429" r:id="rId29"/>
    <p:sldId id="430" r:id="rId30"/>
    <p:sldId id="431" r:id="rId31"/>
    <p:sldId id="298" r:id="rId32"/>
  </p:sldIdLst>
  <p:sldSz cx="9144000" cy="6858000" type="screen4x3"/>
  <p:notesSz cx="6858000" cy="9144000"/>
  <p:embeddedFontLst>
    <p:embeddedFont>
      <p:font typeface="Noto Sans Symbols" panose="020B0604020202020204" charset="0"/>
      <p:regular r:id="rId35"/>
      <p:bold r:id="rId36"/>
      <p:italic r:id="rId37"/>
      <p:boldItalic r:id="rId38"/>
    </p:embeddedFont>
    <p:embeddedFont>
      <p:font typeface="Verdana" panose="020B0604030504040204" pitchFamily="34" charset="0"/>
      <p:regular r:id="rId39"/>
      <p:bold r:id="rId40"/>
      <p:italic r:id="rId41"/>
      <p:boldItalic r:id="rId4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614" userDrawn="1">
          <p15:clr>
            <a:srgbClr val="A4A3A4"/>
          </p15:clr>
        </p15:guide>
        <p15:guide id="3" orient="horz" pos="4178" userDrawn="1">
          <p15:clr>
            <a:srgbClr val="A4A3A4"/>
          </p15:clr>
        </p15:guide>
        <p15:guide id="4" orient="horz" pos="119" userDrawn="1">
          <p15:clr>
            <a:srgbClr val="A4A3A4"/>
          </p15:clr>
        </p15:guide>
        <p15:guide id="8" pos="272" userDrawn="1">
          <p15:clr>
            <a:srgbClr val="A4A3A4"/>
          </p15:clr>
        </p15:guide>
        <p15:guide id="9" pos="5465" userDrawn="1">
          <p15:clr>
            <a:srgbClr val="A4A3A4"/>
          </p15:clr>
        </p15:guide>
        <p15:guide id="10" orient="horz" pos="958" userDrawn="1">
          <p15:clr>
            <a:srgbClr val="A4A3A4"/>
          </p15:clr>
        </p15:guide>
        <p15:guide id="11" orient="horz" pos="822"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Jeffrey Holcomb" initials="" lastIdx="3" clrIdx="0"/>
  <p:cmAuthor id="1" name="Ruchi Sachdev" initials="" lastIdx="8" clrIdx="1"/>
  <p:cmAuthor id="2" name="Sarah Reusché" initials="" lastIdx="13" clrIdx="2"/>
  <p:cmAuthor id="3" name="Nitin Shankar" initials="" lastIdx="6" clrIdx="3"/>
  <p:cmAuthor id="4" name="Kristen Flathman" initials="" lastIdx="1" clrIdx="4"/>
  <p:cmAuthor id="5" name="Ben Schroeter" initials="" lastIdx="0" clrIdx="5"/>
  <p:cmAuthor id="6" name="AnnMarie Short" initials="AS" lastIdx="35" clrIdx="6">
    <p:extLst>
      <p:ext uri="{19B8F6BF-5375-455C-9EA6-DF929625EA0E}">
        <p15:presenceInfo xmlns:p15="http://schemas.microsoft.com/office/powerpoint/2012/main" userId="5a9a73d1263ca8f0"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FA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0F9630F-82C1-40B7-BC3A-925EFCFF5E92}">
  <a:tblStyle styleId="{40F9630F-82C1-40B7-BC3A-925EFCFF5E92}" styleName="Table_0">
    <a:wholeTbl>
      <a:tcTxStyle b="off" i="off">
        <a:font>
          <a:latin typeface="Arial"/>
          <a:ea typeface="Arial"/>
          <a:cs typeface="Arial"/>
        </a:font>
        <a:schemeClr val="dk1"/>
      </a:tcTxStyle>
      <a:tcStyle>
        <a:tcBdr>
          <a:left>
            <a:ln w="9525" cap="flat" cmpd="sng">
              <a:solidFill>
                <a:srgbClr val="000000">
                  <a:alpha val="0"/>
                </a:srgbClr>
              </a:solidFill>
              <a:prstDash val="solid"/>
              <a:round/>
              <a:headEnd type="none" w="med" len="med"/>
              <a:tailEnd type="none" w="med" len="med"/>
            </a:ln>
          </a:left>
          <a:right>
            <a:ln w="9525" cap="flat" cmpd="sng">
              <a:solidFill>
                <a:srgbClr val="000000">
                  <a:alpha val="0"/>
                </a:srgbClr>
              </a:solidFill>
              <a:prstDash val="solid"/>
              <a:round/>
              <a:headEnd type="none" w="med" len="med"/>
              <a:tailEnd type="none" w="med" len="med"/>
            </a:ln>
          </a:right>
          <a:top>
            <a:ln w="12700" cap="flat" cmpd="sng">
              <a:solidFill>
                <a:schemeClr val="accent1"/>
              </a:solidFill>
              <a:prstDash val="solid"/>
              <a:round/>
              <a:headEnd type="none" w="med" len="med"/>
              <a:tailEnd type="none" w="med" len="med"/>
            </a:ln>
          </a:top>
          <a:bottom>
            <a:ln w="12700" cap="flat" cmpd="sng">
              <a:solidFill>
                <a:schemeClr val="accent1"/>
              </a:solidFill>
              <a:prstDash val="solid"/>
              <a:round/>
              <a:headEnd type="none" w="med" len="med"/>
              <a:tailEnd type="none" w="med" len="med"/>
            </a:ln>
          </a:bottom>
          <a:insideH>
            <a:ln w="9525" cap="flat" cmpd="sng">
              <a:solidFill>
                <a:srgbClr val="000000">
                  <a:alpha val="0"/>
                </a:srgbClr>
              </a:solidFill>
              <a:prstDash val="solid"/>
              <a:round/>
              <a:headEnd type="none" w="med" len="med"/>
              <a:tailEnd type="none" w="med" len="med"/>
            </a:ln>
          </a:insideH>
          <a:insideV>
            <a:ln w="9525" cap="flat" cmpd="sng">
              <a:solidFill>
                <a:srgbClr val="000000">
                  <a:alpha val="0"/>
                </a:srgbClr>
              </a:solidFill>
              <a:prstDash val="solid"/>
              <a:round/>
              <a:headEnd type="none" w="med" len="med"/>
              <a:tailEnd type="none" w="med" len="med"/>
            </a:ln>
          </a:insideV>
        </a:tcBdr>
        <a:fill>
          <a:solidFill>
            <a:srgbClr val="FFFFFF">
              <a:alpha val="0"/>
            </a:srgbClr>
          </a:solid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i="off"/>
      <a:tcStyle>
        <a:tcBdr/>
      </a:tcStyle>
    </a:lastCol>
    <a:firstCol>
      <a:tcTxStyle b="on" i="off"/>
      <a:tcStyle>
        <a:tcBdr/>
      </a:tcStyle>
    </a:firstCol>
    <a:lastRow>
      <a:tcTxStyle b="on" i="off"/>
      <a:tcStyle>
        <a:tcBdr>
          <a:top>
            <a:ln w="12700" cap="flat" cmpd="sng">
              <a:solidFill>
                <a:schemeClr val="accent1"/>
              </a:solidFill>
              <a:prstDash val="solid"/>
              <a:round/>
              <a:headEnd type="none" w="med" len="med"/>
              <a:tailEnd type="none" w="med" len="med"/>
            </a:ln>
          </a:top>
        </a:tcBdr>
        <a:fill>
          <a:solidFill>
            <a:srgbClr val="FFFFFF">
              <a:alpha val="0"/>
            </a:srgbClr>
          </a:solidFill>
        </a:fill>
      </a:tcStyle>
    </a:lastRow>
    <a:firstRow>
      <a:tcTxStyle b="on" i="off"/>
      <a:tcStyle>
        <a:tcBdr>
          <a:bottom>
            <a:ln w="12700" cap="flat" cmpd="sng">
              <a:solidFill>
                <a:schemeClr val="accent1"/>
              </a:solidFill>
              <a:prstDash val="solid"/>
              <a:round/>
              <a:headEnd type="none" w="med" len="med"/>
              <a:tailEnd type="none" w="med" len="med"/>
            </a:ln>
          </a:bottom>
        </a:tcBdr>
        <a:fill>
          <a:solidFill>
            <a:srgbClr val="FFFFFF">
              <a:alpha val="0"/>
            </a:srgb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772" autoAdjust="0"/>
    <p:restoredTop sz="82491" autoAdjust="0"/>
  </p:normalViewPr>
  <p:slideViewPr>
    <p:cSldViewPr snapToGrid="0" snapToObjects="1">
      <p:cViewPr varScale="1">
        <p:scale>
          <a:sx n="90" d="100"/>
          <a:sy n="90" d="100"/>
        </p:scale>
        <p:origin x="1176" y="90"/>
      </p:cViewPr>
      <p:guideLst>
        <p:guide orient="horz" pos="2614"/>
        <p:guide orient="horz" pos="4178"/>
        <p:guide orient="horz" pos="119"/>
        <p:guide pos="272"/>
        <p:guide pos="5465"/>
        <p:guide orient="horz" pos="958"/>
        <p:guide orient="horz" pos="822"/>
      </p:guideLst>
    </p:cSldViewPr>
  </p:slideViewPr>
  <p:outlineViewPr>
    <p:cViewPr>
      <p:scale>
        <a:sx n="33" d="100"/>
        <a:sy n="33" d="100"/>
      </p:scale>
      <p:origin x="0" y="-13068"/>
    </p:cViewPr>
  </p:outlineViewPr>
  <p:notesTextViewPr>
    <p:cViewPr>
      <p:scale>
        <a:sx n="100" d="100"/>
        <a:sy n="100" d="100"/>
      </p:scale>
      <p:origin x="0" y="0"/>
    </p:cViewPr>
  </p:notesTextViewPr>
  <p:sorterViewPr>
    <p:cViewPr>
      <p:scale>
        <a:sx n="100" d="100"/>
        <a:sy n="100" d="100"/>
      </p:scale>
      <p:origin x="0" y="-3346"/>
    </p:cViewPr>
  </p:sorterViewPr>
  <p:notesViewPr>
    <p:cSldViewPr snapToGrid="0" snapToObjects="1">
      <p:cViewPr varScale="1">
        <p:scale>
          <a:sx n="68" d="100"/>
          <a:sy n="68" d="100"/>
        </p:scale>
        <p:origin x="3060" y="7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font" Target="fonts/font5.fntdata"/><Relationship Id="rId21" Type="http://schemas.openxmlformats.org/officeDocument/2006/relationships/slide" Target="slides/slide16.xml"/><Relationship Id="rId34" Type="http://schemas.openxmlformats.org/officeDocument/2006/relationships/handoutMaster" Target="handoutMasters/handoutMaster1.xml"/><Relationship Id="rId42" Type="http://schemas.openxmlformats.org/officeDocument/2006/relationships/font" Target="fonts/font8.fntdata"/><Relationship Id="rId47" Type="http://schemas.openxmlformats.org/officeDocument/2006/relationships/tableStyles" Target="tableStyles.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font" Target="fonts/font3.fntdata"/><Relationship Id="rId40" Type="http://schemas.openxmlformats.org/officeDocument/2006/relationships/font" Target="fonts/font6.fntdata"/><Relationship Id="rId45" Type="http://schemas.openxmlformats.org/officeDocument/2006/relationships/viewProps" Target="viewProp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font" Target="fonts/font2.fntdata"/><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font" Target="fonts/font1.fntdata"/><Relationship Id="rId43" Type="http://schemas.openxmlformats.org/officeDocument/2006/relationships/commentAuthors" Target="commentAuthors.xml"/><Relationship Id="rId8" Type="http://schemas.openxmlformats.org/officeDocument/2006/relationships/slide" Target="slides/slide3.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notesMaster" Target="notesMasters/notesMaster1.xml"/><Relationship Id="rId38" Type="http://schemas.openxmlformats.org/officeDocument/2006/relationships/font" Target="fonts/font4.fntdata"/><Relationship Id="rId46" Type="http://schemas.openxmlformats.org/officeDocument/2006/relationships/theme" Target="theme/theme1.xml"/><Relationship Id="rId20" Type="http://schemas.openxmlformats.org/officeDocument/2006/relationships/slide" Target="slides/slide15.xml"/><Relationship Id="rId41" Type="http://schemas.openxmlformats.org/officeDocument/2006/relationships/font" Target="fonts/font7.fntdata"/></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885CB01-6679-D646-ACB3-8B04B786C15F}" type="datetimeFigureOut">
              <a:rPr lang="en-US" smtClean="0"/>
              <a:t>5/16/2023</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82AC0F4D-8A6F-1C4A-B6BF-1558431E4F79}" type="slidenum">
              <a:rPr lang="en-US" smtClean="0"/>
              <a:t>‹#›</a:t>
            </a:fld>
            <a:endParaRPr lang="en-US" dirty="0"/>
          </a:p>
        </p:txBody>
      </p:sp>
    </p:spTree>
    <p:extLst>
      <p:ext uri="{BB962C8B-B14F-4D97-AF65-F5344CB8AC3E}">
        <p14:creationId xmlns:p14="http://schemas.microsoft.com/office/powerpoint/2010/main" val="355406301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Shape 3"/>
          <p:cNvSpPr txBox="1">
            <a:spLocks noGrp="1"/>
          </p:cNvSpPr>
          <p:nvPr>
            <p:ph type="hdr" idx="2"/>
          </p:nvPr>
        </p:nvSpPr>
        <p:spPr>
          <a:xfrm>
            <a:off x="0" y="0"/>
            <a:ext cx="2971799" cy="4572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4" name="Shape 4"/>
          <p:cNvSpPr txBox="1">
            <a:spLocks noGrp="1"/>
          </p:cNvSpPr>
          <p:nvPr>
            <p:ph type="dt" idx="10"/>
          </p:nvPr>
        </p:nvSpPr>
        <p:spPr>
          <a:xfrm>
            <a:off x="3884612" y="0"/>
            <a:ext cx="2971799" cy="457200"/>
          </a:xfrm>
          <a:prstGeom prst="rect">
            <a:avLst/>
          </a:prstGeom>
          <a:noFill/>
          <a:ln>
            <a:noFill/>
          </a:ln>
        </p:spPr>
        <p:txBody>
          <a:bodyPr lIns="91425" tIns="91425" rIns="91425" bIns="91425" anchor="t" anchorCtr="0"/>
          <a:lstStyle>
            <a:lvl1pPr marL="0" marR="0" lvl="0" indent="0" algn="r"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5" name="Shape 5"/>
          <p:cNvSpPr>
            <a:spLocks noGrp="1" noRot="1" noChangeAspect="1"/>
          </p:cNvSpPr>
          <p:nvPr>
            <p:ph type="sldImg" idx="3"/>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6" name="Shape 6"/>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200" b="0" i="0" u="none" strike="noStrike" cap="none">
                <a:solidFill>
                  <a:schemeClr val="dk1"/>
                </a:solidFill>
                <a:latin typeface="Arial"/>
                <a:ea typeface="Arial"/>
                <a:cs typeface="Arial"/>
                <a:sym typeface="Arial"/>
              </a:defRPr>
            </a:lvl2pPr>
            <a:lvl3pPr marL="914400" marR="0" lvl="2" indent="0" algn="l" rtl="0">
              <a:spcBef>
                <a:spcPts val="0"/>
              </a:spcBef>
              <a:buNone/>
              <a:defRPr sz="1200" b="0" i="0" u="none" strike="noStrike" cap="none">
                <a:solidFill>
                  <a:schemeClr val="dk1"/>
                </a:solidFill>
                <a:latin typeface="Arial"/>
                <a:ea typeface="Arial"/>
                <a:cs typeface="Arial"/>
                <a:sym typeface="Arial"/>
              </a:defRPr>
            </a:lvl3pPr>
            <a:lvl4pPr marL="1371600" marR="0" lvl="3" indent="0" algn="l" rtl="0">
              <a:spcBef>
                <a:spcPts val="0"/>
              </a:spcBef>
              <a:buNone/>
              <a:defRPr sz="1200" b="0" i="0" u="none" strike="noStrike" cap="none">
                <a:solidFill>
                  <a:schemeClr val="dk1"/>
                </a:solidFill>
                <a:latin typeface="Arial"/>
                <a:ea typeface="Arial"/>
                <a:cs typeface="Arial"/>
                <a:sym typeface="Arial"/>
              </a:defRPr>
            </a:lvl4pPr>
            <a:lvl5pPr marL="1828800" marR="0" lvl="4" indent="0" algn="l" rtl="0">
              <a:spcBef>
                <a:spcPts val="0"/>
              </a:spcBef>
              <a:buNone/>
              <a:defRPr sz="1200" b="0" i="0" u="none" strike="noStrike" cap="none">
                <a:solidFill>
                  <a:schemeClr val="dk1"/>
                </a:solidFill>
                <a:latin typeface="Arial"/>
                <a:ea typeface="Arial"/>
                <a:cs typeface="Arial"/>
                <a:sym typeface="Arial"/>
              </a:defRPr>
            </a:lvl5pPr>
            <a:lvl6pPr marL="2286000" marR="0" lvl="5" indent="0" algn="l" rtl="0">
              <a:spcBef>
                <a:spcPts val="0"/>
              </a:spcBef>
              <a:buNone/>
              <a:defRPr sz="1200" b="0" i="0" u="none" strike="noStrike" cap="none">
                <a:solidFill>
                  <a:schemeClr val="dk1"/>
                </a:solidFill>
                <a:latin typeface="Arial"/>
                <a:ea typeface="Arial"/>
                <a:cs typeface="Arial"/>
                <a:sym typeface="Arial"/>
              </a:defRPr>
            </a:lvl6pPr>
            <a:lvl7pPr marL="2743200" marR="0" lvl="6" indent="0" algn="l" rtl="0">
              <a:spcBef>
                <a:spcPts val="0"/>
              </a:spcBef>
              <a:buNone/>
              <a:defRPr sz="1200" b="0" i="0" u="none" strike="noStrike" cap="none">
                <a:solidFill>
                  <a:schemeClr val="dk1"/>
                </a:solidFill>
                <a:latin typeface="Arial"/>
                <a:ea typeface="Arial"/>
                <a:cs typeface="Arial"/>
                <a:sym typeface="Arial"/>
              </a:defRPr>
            </a:lvl7pPr>
            <a:lvl8pPr marL="3200400" marR="0" lvl="7" indent="0" algn="l" rtl="0">
              <a:spcBef>
                <a:spcPts val="0"/>
              </a:spcBef>
              <a:buNone/>
              <a:defRPr sz="1200" b="0" i="0" u="none" strike="noStrike" cap="none">
                <a:solidFill>
                  <a:schemeClr val="dk1"/>
                </a:solidFill>
                <a:latin typeface="Arial"/>
                <a:ea typeface="Arial"/>
                <a:cs typeface="Arial"/>
                <a:sym typeface="Arial"/>
              </a:defRPr>
            </a:lvl8pPr>
            <a:lvl9pPr marL="3657600" marR="0" lvl="8" indent="0" algn="l" rtl="0">
              <a:spcBef>
                <a:spcPts val="0"/>
              </a:spcBef>
              <a:buNone/>
              <a:defRPr sz="1200" b="0" i="0" u="none" strike="noStrike" cap="none">
                <a:solidFill>
                  <a:schemeClr val="dk1"/>
                </a:solidFill>
                <a:latin typeface="Arial"/>
                <a:ea typeface="Arial"/>
                <a:cs typeface="Arial"/>
                <a:sym typeface="Arial"/>
              </a:defRPr>
            </a:lvl9pPr>
          </a:lstStyle>
          <a:p>
            <a:endParaRPr/>
          </a:p>
        </p:txBody>
      </p:sp>
      <p:sp>
        <p:nvSpPr>
          <p:cNvPr id="7" name="Shape 7"/>
          <p:cNvSpPr txBox="1">
            <a:spLocks noGrp="1"/>
          </p:cNvSpPr>
          <p:nvPr>
            <p:ph type="ftr" idx="11"/>
          </p:nvPr>
        </p:nvSpPr>
        <p:spPr>
          <a:xfrm>
            <a:off x="0" y="8685213"/>
            <a:ext cx="2971799" cy="457200"/>
          </a:xfrm>
          <a:prstGeom prst="rect">
            <a:avLst/>
          </a:prstGeom>
          <a:noFill/>
          <a:ln>
            <a:noFill/>
          </a:ln>
        </p:spPr>
        <p:txBody>
          <a:bodyPr lIns="91425" tIns="91425" rIns="91425" bIns="91425" anchor="b"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8" name="Shape 8"/>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457102709"/>
      </p:ext>
    </p:extLst>
  </p:cSld>
  <p:clrMap bg1="lt1" tx1="dk1" bg2="dk2" tx2="lt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3" Type="http://schemas.openxmlformats.org/officeDocument/2006/relationships/hyperlink" Target="https://liveexample.pearsoncmg.com/html/GenericStack.html" TargetMode="External"/><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3" Type="http://schemas.openxmlformats.org/officeDocument/2006/relationships/hyperlink" Target="https://liveexample.pearsoncmg.com/html/TestArrayListNew.html" TargetMode="External"/><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3" Type="http://schemas.openxmlformats.org/officeDocument/2006/relationships/hyperlink" Target="https://liveexample.pearsoncmg.com/html/WildCardNeedDemo.html" TargetMode="External"/><Relationship Id="rId2" Type="http://schemas.openxmlformats.org/officeDocument/2006/relationships/slide" Target="../slides/slide18.xml"/><Relationship Id="rId1" Type="http://schemas.openxmlformats.org/officeDocument/2006/relationships/notesMaster" Target="../notesMasters/notesMaster1.xml"/><Relationship Id="rId5" Type="http://schemas.openxmlformats.org/officeDocument/2006/relationships/hyperlink" Target="https://liveexample.pearsoncmg.com/html/SuperWildCardDemo.html" TargetMode="External"/><Relationship Id="rId4" Type="http://schemas.openxmlformats.org/officeDocument/2006/relationships/hyperlink" Target="https://liveexample.pearsoncmg.com/html/AnyWildCardDemo.html" TargetMode="Externa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3" Type="http://schemas.openxmlformats.org/officeDocument/2006/relationships/hyperlink" Target="https://liveexample.pearsoncmg.com/html/GenericMatrix.html" TargetMode="External"/><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3" Type="http://schemas.openxmlformats.org/officeDocument/2006/relationships/hyperlink" Target="https://liveexample.pearsoncmg.com/html/IntegerMatrix.html" TargetMode="External"/><Relationship Id="rId2" Type="http://schemas.openxmlformats.org/officeDocument/2006/relationships/slide" Target="../slides/slide26.xml"/><Relationship Id="rId1" Type="http://schemas.openxmlformats.org/officeDocument/2006/relationships/notesMaster" Target="../notesMasters/notesMaster1.xml"/><Relationship Id="rId6" Type="http://schemas.openxmlformats.org/officeDocument/2006/relationships/hyperlink" Target="https://liveexample.pearsoncmg.com/html/TestRationalMatrix.html" TargetMode="External"/><Relationship Id="rId5" Type="http://schemas.openxmlformats.org/officeDocument/2006/relationships/hyperlink" Target="https://liveexample.pearsoncmg.com/html/TestIntegerMatrix.html" TargetMode="External"/><Relationship Id="rId4" Type="http://schemas.openxmlformats.org/officeDocument/2006/relationships/hyperlink" Target="https://liveexample.pearsoncmg.com/html/RationalMatrix.html" TargetMode="Externa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cap="none" dirty="0">
                <a:solidFill>
                  <a:schemeClr val="dk1"/>
                </a:solidFill>
                <a:latin typeface="Arial"/>
                <a:ea typeface="Arial"/>
                <a:cs typeface="Arial"/>
                <a:sym typeface="Arial"/>
              </a:rPr>
              <a:t>If this PowerPoint presentation contains mathematical equations, you may need to check that your computer has the following installed:</a:t>
            </a:r>
          </a:p>
          <a:p>
            <a:r>
              <a:rPr lang="en-US" sz="1200" b="0" i="0" u="none" strike="noStrike" kern="1200" cap="none" dirty="0">
                <a:solidFill>
                  <a:schemeClr val="dk1"/>
                </a:solidFill>
                <a:latin typeface="Arial"/>
                <a:ea typeface="Arial"/>
                <a:cs typeface="Arial"/>
                <a:sym typeface="Arial"/>
              </a:rPr>
              <a:t>1) MathType Plugin</a:t>
            </a:r>
          </a:p>
          <a:p>
            <a:r>
              <a:rPr lang="en-US" sz="1200" b="0" i="0" u="none" strike="noStrike" kern="1200" cap="none" dirty="0">
                <a:solidFill>
                  <a:schemeClr val="dk1"/>
                </a:solidFill>
                <a:latin typeface="Arial"/>
                <a:ea typeface="Arial"/>
                <a:cs typeface="Arial"/>
                <a:sym typeface="Arial"/>
              </a:rPr>
              <a:t>2) Math Player (free versions available)</a:t>
            </a:r>
          </a:p>
          <a:p>
            <a:r>
              <a:rPr lang="en-US" sz="1200" b="0" i="0" u="none" strike="noStrike" kern="1200" cap="none" dirty="0">
                <a:solidFill>
                  <a:schemeClr val="dk1"/>
                </a:solidFill>
                <a:latin typeface="Arial"/>
                <a:ea typeface="Arial"/>
                <a:cs typeface="Arial"/>
                <a:sym typeface="Arial"/>
              </a:rPr>
              <a:t>3) NVDA Reader (free versions available)</a:t>
            </a:r>
          </a:p>
          <a:p>
            <a:endParaRPr lang="en-US" sz="1200" b="0" i="0" u="none" strike="noStrike" kern="1200" cap="none" dirty="0">
              <a:solidFill>
                <a:schemeClr val="dk1"/>
              </a:solidFill>
              <a:latin typeface="Arial"/>
              <a:cs typeface="Arial"/>
              <a:sym typeface="Arial"/>
            </a:endParaRPr>
          </a:p>
          <a:p>
            <a:r>
              <a:rPr lang="en-US" dirty="0"/>
              <a:t>Slides in this presentation contain hyperlinks. JAWS users should be able to get a list of links by using INSERT+F7</a:t>
            </a: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606026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public static void main left parenthesis String left bracket right bracket </a:t>
            </a:r>
            <a:r>
              <a:rPr lang="en-IN" dirty="0" err="1"/>
              <a:t>args</a:t>
            </a:r>
            <a:r>
              <a:rPr lang="en-IN" dirty="0"/>
              <a:t> right parenthesis left brace</a:t>
            </a:r>
          </a:p>
          <a:p>
            <a:r>
              <a:rPr lang="en-IN" dirty="0" err="1"/>
              <a:t>java.util.ArrayList</a:t>
            </a:r>
            <a:r>
              <a:rPr lang="en-IN" dirty="0"/>
              <a:t> list =</a:t>
            </a:r>
          </a:p>
          <a:p>
            <a:r>
              <a:rPr lang="en-IN" dirty="0"/>
              <a:t>new </a:t>
            </a:r>
            <a:r>
              <a:rPr lang="en-IN" dirty="0" err="1"/>
              <a:t>java.util.ArrayList</a:t>
            </a:r>
            <a:r>
              <a:rPr lang="en-IN" dirty="0"/>
              <a:t> left parenthesis right parenthesis semicolon</a:t>
            </a:r>
          </a:p>
          <a:p>
            <a:r>
              <a:rPr lang="en-IN" dirty="0" err="1"/>
              <a:t>list.add</a:t>
            </a:r>
            <a:r>
              <a:rPr lang="en-IN" dirty="0"/>
              <a:t> left parenthesis start quotation marks Java Programming end quotation marks right parenthesis semi colon</a:t>
            </a:r>
          </a:p>
          <a:p>
            <a:r>
              <a:rPr lang="en-IN" dirty="0"/>
              <a:t>right brace</a:t>
            </a:r>
          </a:p>
          <a:p>
            <a:r>
              <a:rPr lang="en-IN" dirty="0"/>
              <a:t>right brace </a:t>
            </a:r>
          </a:p>
          <a:p>
            <a:r>
              <a:rPr lang="en-IN" dirty="0"/>
              <a:t>The code line, </a:t>
            </a:r>
            <a:r>
              <a:rPr lang="en-IN" dirty="0" err="1"/>
              <a:t>list.add</a:t>
            </a:r>
            <a:r>
              <a:rPr lang="en-IN" dirty="0"/>
              <a:t> left parenthesis start quotation marks Java Programming end quotation marks right parenthesis semi colon, is </a:t>
            </a:r>
            <a:r>
              <a:rPr lang="en-IN" dirty="0" err="1"/>
              <a:t>labeled</a:t>
            </a:r>
            <a:r>
              <a:rPr lang="en-IN" dirty="0"/>
              <a:t>, to understand the compile warning on this line, you need to learn J D K 1.6 generics.</a:t>
            </a:r>
          </a:p>
          <a:p>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42649375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class </a:t>
            </a:r>
            <a:r>
              <a:rPr lang="en-US" dirty="0" err="1"/>
              <a:t>ShowUncheckedWarning</a:t>
            </a:r>
            <a:r>
              <a:rPr lang="en-US" dirty="0"/>
              <a:t> left brace</a:t>
            </a:r>
          </a:p>
          <a:p>
            <a:r>
              <a:rPr lang="en-US" dirty="0"/>
              <a:t>  public static void main left parenthesis String left bracket right bracket </a:t>
            </a:r>
            <a:r>
              <a:rPr lang="en-US" dirty="0" err="1"/>
              <a:t>args</a:t>
            </a:r>
            <a:r>
              <a:rPr lang="en-US" dirty="0"/>
              <a:t> right parenthesis left brace</a:t>
            </a:r>
          </a:p>
          <a:p>
            <a:r>
              <a:rPr lang="en-US" dirty="0"/>
              <a:t>    </a:t>
            </a:r>
            <a:r>
              <a:rPr lang="en-US" dirty="0" err="1"/>
              <a:t>java.util.ArrayList</a:t>
            </a:r>
            <a:r>
              <a:rPr lang="en-US" dirty="0"/>
              <a:t> less than symbol String greater than symbol list = (String is highlighted)</a:t>
            </a:r>
          </a:p>
          <a:p>
            <a:r>
              <a:rPr lang="en-US" dirty="0"/>
              <a:t>      new </a:t>
            </a:r>
            <a:r>
              <a:rPr lang="en-US" dirty="0" err="1"/>
              <a:t>java.util.ArrayList</a:t>
            </a:r>
            <a:r>
              <a:rPr lang="en-US" dirty="0"/>
              <a:t> less than symbol String greater than </a:t>
            </a:r>
            <a:r>
              <a:rPr lang="en-US" dirty="0" err="1"/>
              <a:t>sy</a:t>
            </a:r>
            <a:r>
              <a:rPr lang="en-US" dirty="0"/>
              <a:t> left parenthesis right parenthesis semi colon (String is highlighted)</a:t>
            </a:r>
          </a:p>
          <a:p>
            <a:r>
              <a:rPr lang="en-US" dirty="0"/>
              <a:t>    </a:t>
            </a:r>
            <a:r>
              <a:rPr lang="en-US" dirty="0" err="1"/>
              <a:t>list.add</a:t>
            </a:r>
            <a:r>
              <a:rPr lang="en-US" dirty="0"/>
              <a:t> left parenthesis start double quotation marks Java Programming end double quotation marks right parenthesis semi colon </a:t>
            </a:r>
          </a:p>
          <a:p>
            <a:r>
              <a:rPr lang="en-US" dirty="0"/>
              <a:t>right brace</a:t>
            </a:r>
          </a:p>
          <a:p>
            <a:r>
              <a:rPr lang="en-US" dirty="0"/>
              <a:t>right brace</a:t>
            </a:r>
          </a:p>
          <a:p>
            <a:r>
              <a:rPr lang="en-US" dirty="0"/>
              <a:t>The last row of code block is labeled, No compile warning on this line.</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5</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26422179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(a) Prior to J D K 1.5.</a:t>
            </a:r>
          </a:p>
          <a:p>
            <a:r>
              <a:rPr lang="en-IN" dirty="0"/>
              <a:t>package </a:t>
            </a:r>
            <a:r>
              <a:rPr lang="en-IN" dirty="0" err="1"/>
              <a:t>java.lang</a:t>
            </a:r>
            <a:r>
              <a:rPr lang="en-IN" dirty="0"/>
              <a:t> semi colon</a:t>
            </a:r>
          </a:p>
          <a:p>
            <a:r>
              <a:rPr lang="en-IN" dirty="0"/>
              <a:t>public interface comparable left brace</a:t>
            </a:r>
          </a:p>
          <a:p>
            <a:r>
              <a:rPr lang="en-IN" dirty="0"/>
              <a:t>public int </a:t>
            </a:r>
            <a:r>
              <a:rPr lang="en-IN" dirty="0" err="1"/>
              <a:t>compareTo</a:t>
            </a:r>
            <a:r>
              <a:rPr lang="en-IN" dirty="0"/>
              <a:t> left parenthesis Object o right parenthesis</a:t>
            </a:r>
          </a:p>
          <a:p>
            <a:r>
              <a:rPr lang="en-IN" dirty="0"/>
              <a:t>right brace</a:t>
            </a:r>
          </a:p>
          <a:p>
            <a:r>
              <a:rPr lang="en-IN" dirty="0"/>
              <a:t>(b) J D K 1.5.</a:t>
            </a:r>
          </a:p>
          <a:p>
            <a:r>
              <a:rPr lang="en-IN" dirty="0"/>
              <a:t>package </a:t>
            </a:r>
            <a:r>
              <a:rPr lang="en-IN" dirty="0" err="1"/>
              <a:t>java.lang</a:t>
            </a:r>
            <a:r>
              <a:rPr lang="en-IN" dirty="0"/>
              <a:t> semi colon</a:t>
            </a:r>
          </a:p>
          <a:p>
            <a:r>
              <a:rPr lang="en-IN" dirty="0"/>
              <a:t>public interface comparable less than symbol T greater than symbol left brace</a:t>
            </a:r>
          </a:p>
          <a:p>
            <a:r>
              <a:rPr lang="en-IN" dirty="0"/>
              <a:t>public int </a:t>
            </a:r>
            <a:r>
              <a:rPr lang="en-IN" dirty="0" err="1"/>
              <a:t>compareTo</a:t>
            </a:r>
            <a:r>
              <a:rPr lang="en-IN" dirty="0"/>
              <a:t> left parenthesis T o right parenthesis</a:t>
            </a:r>
          </a:p>
          <a:p>
            <a:r>
              <a:rPr lang="en-IN" dirty="0"/>
              <a:t>right brace</a:t>
            </a:r>
          </a:p>
          <a:p>
            <a:endParaRPr lang="en-IN" dirty="0"/>
          </a:p>
          <a:p>
            <a:r>
              <a:rPr lang="en-IN" dirty="0"/>
              <a:t>(a) Prior to J D K 1.5.</a:t>
            </a:r>
          </a:p>
          <a:p>
            <a:r>
              <a:rPr lang="en-IN" dirty="0"/>
              <a:t>Comparable c = new date left parenthesis right parenthesis semi colon</a:t>
            </a:r>
          </a:p>
          <a:p>
            <a:r>
              <a:rPr lang="en-IN" dirty="0" err="1"/>
              <a:t>System.out.println</a:t>
            </a:r>
            <a:r>
              <a:rPr lang="en-IN" dirty="0"/>
              <a:t> left parenthesis </a:t>
            </a:r>
            <a:r>
              <a:rPr lang="en-IN" dirty="0" err="1"/>
              <a:t>c.compareTo</a:t>
            </a:r>
            <a:r>
              <a:rPr lang="en-IN" dirty="0"/>
              <a:t> left parenthesis start double quotation marks red end double quotation marks right parenthesis right parenthesis semi colon</a:t>
            </a:r>
          </a:p>
          <a:p>
            <a:r>
              <a:rPr lang="en-IN" dirty="0"/>
              <a:t>The codes </a:t>
            </a:r>
            <a:r>
              <a:rPr lang="en-IN" dirty="0" err="1"/>
              <a:t>c.compareTo</a:t>
            </a:r>
            <a:r>
              <a:rPr lang="en-IN" dirty="0"/>
              <a:t> left parenthesis start double quotation marks red end double quotation marks right parenthesis are highlighted and </a:t>
            </a:r>
            <a:r>
              <a:rPr lang="en-IN" dirty="0" err="1"/>
              <a:t>labeled</a:t>
            </a:r>
            <a:r>
              <a:rPr lang="en-IN" dirty="0"/>
              <a:t>, runtime error. </a:t>
            </a:r>
          </a:p>
          <a:p>
            <a:r>
              <a:rPr lang="en-IN" dirty="0"/>
              <a:t>(b) J D K 1.5.</a:t>
            </a:r>
          </a:p>
          <a:p>
            <a:r>
              <a:rPr lang="en-IN" dirty="0"/>
              <a:t>Comparable less than symbol c greater than symbol = new Date left parenthesis right parenthesis semi colon</a:t>
            </a:r>
          </a:p>
          <a:p>
            <a:r>
              <a:rPr lang="en-IN" dirty="0" err="1"/>
              <a:t>System.out.println</a:t>
            </a:r>
            <a:r>
              <a:rPr lang="en-IN" dirty="0"/>
              <a:t> left parenthesis </a:t>
            </a:r>
            <a:r>
              <a:rPr lang="en-IN" dirty="0" err="1"/>
              <a:t>c.compareTo</a:t>
            </a:r>
            <a:r>
              <a:rPr lang="en-IN" dirty="0"/>
              <a:t> left parenthesis start double quotation marks red end double quotation marks right parenthesis, right parenthesis semi colon</a:t>
            </a:r>
          </a:p>
          <a:p>
            <a:r>
              <a:rPr lang="en-IN" dirty="0" err="1"/>
              <a:t>c.compareTo</a:t>
            </a:r>
            <a:r>
              <a:rPr lang="en-IN" dirty="0"/>
              <a:t> left parenthesis start double quotation marks red end double quotation marks right parenthesis is highlighted and </a:t>
            </a:r>
            <a:r>
              <a:rPr lang="en-IN" dirty="0" err="1"/>
              <a:t>labeled</a:t>
            </a:r>
            <a:r>
              <a:rPr lang="en-IN" dirty="0"/>
              <a:t>, compile error.</a:t>
            </a:r>
          </a:p>
          <a:p>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8</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4340809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(a) </a:t>
            </a:r>
            <a:r>
              <a:rPr lang="en-IN" dirty="0" err="1"/>
              <a:t>ArrayList</a:t>
            </a:r>
            <a:r>
              <a:rPr lang="en-IN" dirty="0"/>
              <a:t> before J D K 1.5. </a:t>
            </a:r>
            <a:r>
              <a:rPr lang="en-IN" dirty="0" err="1"/>
              <a:t>java.util.ArrayList</a:t>
            </a:r>
            <a:r>
              <a:rPr lang="en-IN" dirty="0"/>
              <a:t> </a:t>
            </a:r>
          </a:p>
          <a:p>
            <a:r>
              <a:rPr lang="en-IN" dirty="0"/>
              <a:t>+</a:t>
            </a:r>
            <a:r>
              <a:rPr lang="en-IN" dirty="0" err="1"/>
              <a:t>ArrayList</a:t>
            </a:r>
            <a:r>
              <a:rPr lang="en-IN" dirty="0"/>
              <a:t> left parenthesis right parenthesis </a:t>
            </a:r>
          </a:p>
          <a:p>
            <a:r>
              <a:rPr lang="en-IN" dirty="0"/>
              <a:t>+add left parenthesis o colon Object right parenthesis colon void</a:t>
            </a:r>
          </a:p>
          <a:p>
            <a:r>
              <a:rPr lang="en-IN" dirty="0"/>
              <a:t>+add left parenthesis index colon int, o colon Object right parenthesis colon void</a:t>
            </a:r>
          </a:p>
          <a:p>
            <a:r>
              <a:rPr lang="en-IN" dirty="0"/>
              <a:t>+clear left parenthesis right parenthesis colon void</a:t>
            </a:r>
          </a:p>
          <a:p>
            <a:r>
              <a:rPr lang="en-IN" dirty="0"/>
              <a:t>+contains left parenthesis o colon Object right parenthesis colon Boolean</a:t>
            </a:r>
          </a:p>
          <a:p>
            <a:r>
              <a:rPr lang="en-IN" dirty="0"/>
              <a:t>+get left parenthesis index colon int right parenthesis colon Object</a:t>
            </a:r>
          </a:p>
          <a:p>
            <a:r>
              <a:rPr lang="en-IN" dirty="0"/>
              <a:t>+</a:t>
            </a:r>
            <a:r>
              <a:rPr lang="en-IN" dirty="0" err="1"/>
              <a:t>indexOf</a:t>
            </a:r>
            <a:r>
              <a:rPr lang="en-IN" dirty="0"/>
              <a:t> left parenthesis o colon Object right parenthesis colon int </a:t>
            </a:r>
          </a:p>
          <a:p>
            <a:r>
              <a:rPr lang="en-IN" dirty="0"/>
              <a:t>+</a:t>
            </a:r>
            <a:r>
              <a:rPr lang="en-IN" dirty="0" err="1"/>
              <a:t>isEmpty</a:t>
            </a:r>
            <a:r>
              <a:rPr lang="en-IN" dirty="0"/>
              <a:t> left parenthesis right parenthesis colon Boolean</a:t>
            </a:r>
          </a:p>
          <a:p>
            <a:r>
              <a:rPr lang="en-IN" dirty="0"/>
              <a:t>+</a:t>
            </a:r>
            <a:r>
              <a:rPr lang="en-IN" dirty="0" err="1"/>
              <a:t>lastIndexOf</a:t>
            </a:r>
            <a:r>
              <a:rPr lang="en-IN" dirty="0"/>
              <a:t> left parenthesis o colon Object right parenthesis colon int </a:t>
            </a:r>
          </a:p>
          <a:p>
            <a:r>
              <a:rPr lang="en-IN" dirty="0"/>
              <a:t>+remove left parenthesis o colon Object right parenthesis colon Boolean</a:t>
            </a:r>
          </a:p>
          <a:p>
            <a:r>
              <a:rPr lang="en-IN" dirty="0"/>
              <a:t>+size left parenthesis right parenthesis colon int</a:t>
            </a:r>
          </a:p>
          <a:p>
            <a:r>
              <a:rPr lang="en-IN" dirty="0"/>
              <a:t>+remove left parenthesis index colon int right parenthesis colon Boolean</a:t>
            </a:r>
          </a:p>
          <a:p>
            <a:r>
              <a:rPr lang="en-IN" dirty="0"/>
              <a:t>+set left parenthesis index colon int, o colon Object right parenthesis colon Object </a:t>
            </a:r>
          </a:p>
          <a:p>
            <a:r>
              <a:rPr lang="en-IN" dirty="0"/>
              <a:t>(b) </a:t>
            </a:r>
            <a:r>
              <a:rPr lang="en-IN" dirty="0" err="1"/>
              <a:t>ArrayList</a:t>
            </a:r>
            <a:r>
              <a:rPr lang="en-IN" dirty="0"/>
              <a:t> since J D K 1.5. </a:t>
            </a:r>
            <a:r>
              <a:rPr lang="en-IN" dirty="0" err="1"/>
              <a:t>java.util.ArrayList</a:t>
            </a:r>
            <a:r>
              <a:rPr lang="en-IN" dirty="0"/>
              <a:t> less than symbol E greater than symbol.</a:t>
            </a:r>
          </a:p>
          <a:p>
            <a:r>
              <a:rPr lang="en-IN" dirty="0"/>
              <a:t>+</a:t>
            </a:r>
            <a:r>
              <a:rPr lang="en-IN" dirty="0" err="1"/>
              <a:t>ArrayList</a:t>
            </a:r>
            <a:r>
              <a:rPr lang="en-IN" dirty="0"/>
              <a:t> left parenthesis  right parenthesis </a:t>
            </a:r>
          </a:p>
          <a:p>
            <a:r>
              <a:rPr lang="en-IN" dirty="0"/>
              <a:t>+add left parenthesis o colon E right parenthesis  colon void</a:t>
            </a:r>
          </a:p>
          <a:p>
            <a:r>
              <a:rPr lang="en-IN" dirty="0"/>
              <a:t>+add left parenthesis index colon int, o colon E right parenthesis  colon void</a:t>
            </a:r>
          </a:p>
          <a:p>
            <a:r>
              <a:rPr lang="en-IN" dirty="0"/>
              <a:t>+clear left parenthesis  right parenthesis  colon void</a:t>
            </a:r>
          </a:p>
          <a:p>
            <a:r>
              <a:rPr lang="en-IN" dirty="0"/>
              <a:t>+contains left parenthesis o colon Object right parenthesis  colon Boolean</a:t>
            </a:r>
          </a:p>
          <a:p>
            <a:r>
              <a:rPr lang="en-IN" dirty="0"/>
              <a:t>+get left parenthesis index </a:t>
            </a:r>
            <a:r>
              <a:rPr lang="en-IN" dirty="0" err="1"/>
              <a:t>colonint</a:t>
            </a:r>
            <a:r>
              <a:rPr lang="en-IN" dirty="0"/>
              <a:t> right parenthesis  colon E </a:t>
            </a:r>
          </a:p>
          <a:p>
            <a:r>
              <a:rPr lang="en-IN" dirty="0"/>
              <a:t>+</a:t>
            </a:r>
            <a:r>
              <a:rPr lang="en-IN" dirty="0" err="1"/>
              <a:t>indexOf</a:t>
            </a:r>
            <a:r>
              <a:rPr lang="en-IN" dirty="0"/>
              <a:t> left parenthesis o colon Object right parenthesis  colon int </a:t>
            </a:r>
          </a:p>
          <a:p>
            <a:r>
              <a:rPr lang="en-IN" dirty="0"/>
              <a:t>+</a:t>
            </a:r>
            <a:r>
              <a:rPr lang="en-IN" dirty="0" err="1"/>
              <a:t>isEmpty</a:t>
            </a:r>
            <a:r>
              <a:rPr lang="en-IN" dirty="0"/>
              <a:t> left parenthesis  right parenthesis  colon </a:t>
            </a:r>
            <a:r>
              <a:rPr lang="en-IN" dirty="0" err="1"/>
              <a:t>boolean</a:t>
            </a:r>
            <a:r>
              <a:rPr lang="en-IN" dirty="0"/>
              <a:t> </a:t>
            </a:r>
          </a:p>
          <a:p>
            <a:r>
              <a:rPr lang="en-IN" dirty="0"/>
              <a:t>+</a:t>
            </a:r>
            <a:r>
              <a:rPr lang="en-IN" dirty="0" err="1"/>
              <a:t>lastIndexOf</a:t>
            </a:r>
            <a:r>
              <a:rPr lang="en-IN" dirty="0"/>
              <a:t> left parenthesis o colon Object right parenthesis  colon int </a:t>
            </a:r>
          </a:p>
          <a:p>
            <a:r>
              <a:rPr lang="en-IN" dirty="0"/>
              <a:t>+remove left parenthesis o colon Object right parenthesis  colon </a:t>
            </a:r>
            <a:r>
              <a:rPr lang="en-IN" dirty="0" err="1"/>
              <a:t>boolean</a:t>
            </a:r>
            <a:r>
              <a:rPr lang="en-IN" dirty="0"/>
              <a:t> </a:t>
            </a:r>
          </a:p>
          <a:p>
            <a:r>
              <a:rPr lang="en-IN" dirty="0"/>
              <a:t>+size left parenthesis  right parenthesis  colon int </a:t>
            </a:r>
          </a:p>
          <a:p>
            <a:r>
              <a:rPr lang="en-IN" dirty="0"/>
              <a:t>+remove left parenthesis index colon int right parenthesis  colon </a:t>
            </a:r>
            <a:r>
              <a:rPr lang="en-IN" dirty="0" err="1"/>
              <a:t>boolean</a:t>
            </a:r>
            <a:r>
              <a:rPr lang="en-IN" dirty="0"/>
              <a:t> </a:t>
            </a:r>
          </a:p>
          <a:p>
            <a:r>
              <a:rPr lang="en-IN" dirty="0"/>
              <a:t>+set left parenthesis index colon int, o colon E right parenthesis  colon E.</a:t>
            </a:r>
          </a:p>
          <a:p>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9</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52884730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Row 1. List colon </a:t>
            </a:r>
            <a:r>
              <a:rPr lang="en-US" dirty="0" err="1"/>
              <a:t>java.util.ArrayList</a:t>
            </a:r>
            <a:r>
              <a:rPr lang="en-US" dirty="0"/>
              <a:t> less than symbol E greater than symbol. An array list to store elements.</a:t>
            </a:r>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Row 2. +GenericStack left parenthesis right parenthesis. Creates an empty stack.</a:t>
            </a:r>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Row 3. +</a:t>
            </a:r>
            <a:r>
              <a:rPr lang="en-US" dirty="0" err="1"/>
              <a:t>getSize</a:t>
            </a:r>
            <a:r>
              <a:rPr lang="en-US" dirty="0"/>
              <a:t> left parenthesis right parenthesis colon int. Returns the number of elements in this stack.</a:t>
            </a:r>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Row 4. +peek left parenthesis right parenthesis colon E. Returns the top element in this stack.</a:t>
            </a:r>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Row 5. +pop left parenthesis right parenthesis colon E. Returns and removes the top element in this stack.</a:t>
            </a:r>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Row 6. +push left parenthesis o colon E right parenthesis colon void. Adds a new element to the top of this stack.</a:t>
            </a:r>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Row 7. +</a:t>
            </a:r>
            <a:r>
              <a:rPr lang="en-US" dirty="0" err="1"/>
              <a:t>isEmpty</a:t>
            </a:r>
            <a:r>
              <a:rPr lang="en-US" dirty="0"/>
              <a:t> left parenthesis right parenthesis colon Boolean. Returns true if the stack is empty.</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IN" dirty="0"/>
          </a:p>
          <a:p>
            <a:pPr marL="0" marR="0" lvl="0" indent="0" algn="l" defTabSz="457200" rtl="0" eaLnBrk="1" fontAlgn="auto" latinLnBrk="0" hangingPunct="1">
              <a:lnSpc>
                <a:spcPct val="100000"/>
              </a:lnSpc>
              <a:spcBef>
                <a:spcPts val="0"/>
              </a:spcBef>
              <a:spcAft>
                <a:spcPts val="0"/>
              </a:spcAft>
              <a:buClrTx/>
              <a:buSzTx/>
              <a:buFontTx/>
              <a:buNone/>
              <a:tabLst/>
              <a:defRPr/>
            </a:pPr>
            <a:endParaRPr lang="en-IN" dirty="0"/>
          </a:p>
          <a:p>
            <a:pPr marL="0" marR="0" lvl="0" indent="0" algn="l" defTabSz="457200" rtl="0" eaLnBrk="1" fontAlgn="auto" latinLnBrk="0" hangingPunct="1">
              <a:lnSpc>
                <a:spcPct val="100000"/>
              </a:lnSpc>
              <a:spcBef>
                <a:spcPts val="0"/>
              </a:spcBef>
              <a:spcAft>
                <a:spcPts val="0"/>
              </a:spcAft>
              <a:buClrTx/>
              <a:buSzTx/>
              <a:buFontTx/>
              <a:buNone/>
              <a:tabLst/>
              <a:defRPr/>
            </a:pPr>
            <a:r>
              <a:rPr lang="en-IN" dirty="0" err="1"/>
              <a:t>GenericStack</a:t>
            </a:r>
            <a:r>
              <a:rPr lang="en-IN" dirty="0"/>
              <a:t>: </a:t>
            </a:r>
            <a:r>
              <a:rPr lang="en-IN" dirty="0">
                <a:hlinkClick r:id="rId3"/>
              </a:rPr>
              <a:t>https://liveexample.pearsoncmg.com/html/GenericStack.html</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11</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71711145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dirty="0" err="1"/>
              <a:t>TestArrayListNew</a:t>
            </a:r>
            <a:r>
              <a:rPr lang="en-IN" dirty="0"/>
              <a:t>: </a:t>
            </a:r>
            <a:r>
              <a:rPr lang="en-IN" dirty="0">
                <a:hlinkClick r:id="rId3"/>
              </a:rPr>
              <a:t>https://liveexample.pearsoncmg.com/html/TestArrayListNew.html</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16</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23483627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dirty="0" err="1"/>
              <a:t>WildCardNeedDemo</a:t>
            </a:r>
            <a:r>
              <a:rPr lang="en-IN" dirty="0"/>
              <a:t>:</a:t>
            </a:r>
            <a:r>
              <a:rPr lang="en-IN" baseline="0" dirty="0"/>
              <a:t> </a:t>
            </a:r>
            <a:r>
              <a:rPr lang="en-IN" dirty="0">
                <a:hlinkClick r:id="rId3"/>
              </a:rPr>
              <a:t>https://liveexample.pearsoncmg.com/html/WildCardNeedDemo.html</a:t>
            </a:r>
            <a:endParaRPr lang="en-IN" baseline="0" dirty="0"/>
          </a:p>
          <a:p>
            <a:pPr marL="0" marR="0" lvl="0" indent="0" algn="l" defTabSz="457200" rtl="0" eaLnBrk="1" fontAlgn="auto" latinLnBrk="0" hangingPunct="1">
              <a:lnSpc>
                <a:spcPct val="100000"/>
              </a:lnSpc>
              <a:spcBef>
                <a:spcPts val="0"/>
              </a:spcBef>
              <a:spcAft>
                <a:spcPts val="0"/>
              </a:spcAft>
              <a:buClrTx/>
              <a:buSzTx/>
              <a:buFontTx/>
              <a:buNone/>
              <a:tabLst/>
              <a:defRPr/>
            </a:pPr>
            <a:r>
              <a:rPr lang="en-IN" dirty="0" err="1"/>
              <a:t>AnyWildCardDemo</a:t>
            </a:r>
            <a:r>
              <a:rPr lang="en-IN" dirty="0"/>
              <a:t>:</a:t>
            </a:r>
            <a:r>
              <a:rPr lang="en-IN" baseline="0" dirty="0"/>
              <a:t> </a:t>
            </a:r>
            <a:r>
              <a:rPr lang="en-IN" dirty="0">
                <a:hlinkClick r:id="rId4"/>
              </a:rPr>
              <a:t>https://liveexample.pearsoncmg.com/html/AnyWildCardDemo.html</a:t>
            </a:r>
            <a:endParaRPr lang="en-IN" dirty="0"/>
          </a:p>
          <a:p>
            <a:pPr marL="0" marR="0" lvl="0" indent="0" algn="l" defTabSz="457200" rtl="0" eaLnBrk="1" fontAlgn="auto" latinLnBrk="0" hangingPunct="1">
              <a:lnSpc>
                <a:spcPct val="100000"/>
              </a:lnSpc>
              <a:spcBef>
                <a:spcPts val="0"/>
              </a:spcBef>
              <a:spcAft>
                <a:spcPts val="0"/>
              </a:spcAft>
              <a:buClrTx/>
              <a:buSzTx/>
              <a:buFontTx/>
              <a:buNone/>
              <a:tabLst/>
              <a:defRPr/>
            </a:pPr>
            <a:r>
              <a:rPr lang="en-IN" dirty="0" err="1"/>
              <a:t>SuperWildCardDemo</a:t>
            </a:r>
            <a:r>
              <a:rPr lang="en-IN" dirty="0"/>
              <a:t>:</a:t>
            </a:r>
            <a:r>
              <a:rPr lang="en-IN" baseline="0" dirty="0"/>
              <a:t> </a:t>
            </a:r>
            <a:r>
              <a:rPr lang="en-IN" dirty="0">
                <a:hlinkClick r:id="rId5"/>
              </a:rPr>
              <a:t>https://liveexample.pearsoncmg.com/html/SuperWildCardDemo.html</a:t>
            </a:r>
            <a:endParaRPr lang="en-IN" baseline="0" dirty="0"/>
          </a:p>
          <a:p>
            <a:pPr marL="0" marR="0" lvl="0" indent="0" algn="l" defTabSz="457200" rtl="0" eaLnBrk="1" fontAlgn="auto" latinLnBrk="0" hangingPunct="1">
              <a:lnSpc>
                <a:spcPct val="100000"/>
              </a:lnSpc>
              <a:spcBef>
                <a:spcPts val="0"/>
              </a:spcBef>
              <a:spcAft>
                <a:spcPts val="0"/>
              </a:spcAft>
              <a:buClrTx/>
              <a:buSzTx/>
              <a:buFontTx/>
              <a:buNone/>
              <a:tabLst/>
              <a:defRPr/>
            </a:pPr>
            <a:endParaRPr lang="en-IN" dirty="0"/>
          </a:p>
          <a:p>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18</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93188994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arrow each from a question mark, question mark super E, and E's superclass points to Object. Two arrows from E point to question mark super E and E's superclass. An arrow each from E's subclass and question mark extends E points to E.</a:t>
            </a:r>
          </a:p>
          <a:p>
            <a:r>
              <a:rPr lang="en-US" dirty="0"/>
              <a:t>An arrow from A less than symbol question mark greater than symbol leads to Object. An arrow each from A less than symbol question mark extends B greater than symbol leads to A less than symbol question mark greater than symbol. An arrow each from A less than symbol B's subclass greater than symbol and A less than symbol B greater than symbol leads to  A less than symbol question mark extends B greater than symbol. An arrow each from A less than symbol B greater than symbol and A less than symbol B's subclass greater than symbol leads to  A less than symbol question mark super B greater than symbol.</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19</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42391093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(a) </a:t>
            </a:r>
            <a:r>
              <a:rPr lang="en-IN" dirty="0" err="1"/>
              <a:t>ArrayList</a:t>
            </a:r>
            <a:r>
              <a:rPr lang="en-IN" dirty="0"/>
              <a:t> less than symbol String greater than symbol list = new </a:t>
            </a:r>
            <a:r>
              <a:rPr lang="en-IN" dirty="0" err="1"/>
              <a:t>ArrayList</a:t>
            </a:r>
            <a:r>
              <a:rPr lang="en-IN" dirty="0"/>
              <a:t> less than symbol greater than symbol left parenthesis right parenthesis semi colon</a:t>
            </a:r>
          </a:p>
          <a:p>
            <a:r>
              <a:rPr lang="en-IN" dirty="0" err="1"/>
              <a:t>list.add</a:t>
            </a:r>
            <a:r>
              <a:rPr lang="en-IN" dirty="0"/>
              <a:t> left parenthesis start double quotation marks Oklahoma end double quotation marks right parenthesis semi colon</a:t>
            </a:r>
          </a:p>
          <a:p>
            <a:r>
              <a:rPr lang="en-IN" dirty="0"/>
              <a:t>String state = </a:t>
            </a:r>
            <a:r>
              <a:rPr lang="en-IN" dirty="0" err="1"/>
              <a:t>list.get</a:t>
            </a:r>
            <a:r>
              <a:rPr lang="en-IN" dirty="0"/>
              <a:t> left parenthesis 0 right parenthesis semi colon </a:t>
            </a:r>
          </a:p>
          <a:p>
            <a:r>
              <a:rPr lang="en-IN" dirty="0"/>
              <a:t>(b) </a:t>
            </a:r>
            <a:r>
              <a:rPr lang="en-IN" dirty="0" err="1"/>
              <a:t>ArrayList</a:t>
            </a:r>
            <a:r>
              <a:rPr lang="en-IN" dirty="0"/>
              <a:t> less = new </a:t>
            </a:r>
            <a:r>
              <a:rPr lang="en-IN" dirty="0" err="1"/>
              <a:t>ArrayList</a:t>
            </a:r>
            <a:r>
              <a:rPr lang="en-IN" dirty="0"/>
              <a:t> left parenthesis right parenthesis semi colon</a:t>
            </a:r>
          </a:p>
          <a:p>
            <a:r>
              <a:rPr lang="en-IN" dirty="0" err="1"/>
              <a:t>list.add</a:t>
            </a:r>
            <a:r>
              <a:rPr lang="en-IN" dirty="0"/>
              <a:t> left parenthesis Oklahoma right parenthesis semi colon</a:t>
            </a:r>
          </a:p>
          <a:p>
            <a:r>
              <a:rPr lang="en-IN" dirty="0"/>
              <a:t>String state = left parenthesis String right parenthesis left parenthesis </a:t>
            </a:r>
            <a:r>
              <a:rPr lang="en-IN" dirty="0" err="1"/>
              <a:t>list.get</a:t>
            </a:r>
            <a:r>
              <a:rPr lang="en-IN" dirty="0"/>
              <a:t> left parenthesis 0 right parenthesis semi right parenthesis colon </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21</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6348328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dirty="0" err="1"/>
              <a:t>GenericMatrix</a:t>
            </a:r>
            <a:r>
              <a:rPr lang="en-IN" dirty="0"/>
              <a:t>: </a:t>
            </a:r>
            <a:r>
              <a:rPr lang="en-IN" dirty="0">
                <a:hlinkClick r:id="rId3"/>
              </a:rPr>
              <a:t>https://liveexample.pearsoncmg.com/html/GenericMatrix.html</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24</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39068442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Hash symbol add left parenthesis element1 colon E, element2 colon E right parenthesis colon E</a:t>
            </a:r>
          </a:p>
          <a:p>
            <a:r>
              <a:rPr lang="en-IN" dirty="0"/>
              <a:t>Hash symbol multiply left parenthesis element1 colon E, element2 colon E right parenthesis colon E</a:t>
            </a:r>
          </a:p>
          <a:p>
            <a:r>
              <a:rPr lang="en-IN" dirty="0"/>
              <a:t>#zero left parenthesis right parenthesis colon E</a:t>
            </a:r>
          </a:p>
          <a:p>
            <a:r>
              <a:rPr lang="en-IN" dirty="0"/>
              <a:t>+</a:t>
            </a:r>
            <a:r>
              <a:rPr lang="en-IN" dirty="0" err="1"/>
              <a:t>addMatrix</a:t>
            </a:r>
            <a:r>
              <a:rPr lang="en-IN" dirty="0"/>
              <a:t> left parenthesis matrix1 colon E left bracket right bracket left bracket right bracket, matrix2 colon E left bracket right bracket left bracket right bracket right parenthesis colon E left bracket right bracket left bracket right bracket</a:t>
            </a:r>
          </a:p>
          <a:p>
            <a:r>
              <a:rPr lang="en-IN" dirty="0"/>
              <a:t>+</a:t>
            </a:r>
            <a:r>
              <a:rPr lang="en-IN" dirty="0" err="1"/>
              <a:t>multiplyMatrix</a:t>
            </a:r>
            <a:r>
              <a:rPr lang="en-IN" dirty="0"/>
              <a:t> left parenthesis matrix1 E left bracket right bracket left bracket right bracket, matrix2 E left bracket right bracket left bracket right bracket right parenthesis colon E left bracket right bracket left bracket right bracket</a:t>
            </a:r>
          </a:p>
          <a:p>
            <a:r>
              <a:rPr lang="en-IN" dirty="0"/>
              <a:t>+</a:t>
            </a:r>
            <a:r>
              <a:rPr lang="en-IN" dirty="0" err="1"/>
              <a:t>printResult</a:t>
            </a:r>
            <a:r>
              <a:rPr lang="en-IN" dirty="0"/>
              <a:t> left parenthesis m1 colon Number left bracket right bracket left bracket right bracket, m2 colon Number left bracket right bracket left bracket right bracket, m3 colon Number left bracket right bracket left bracket right bracket, op colon char right parenthesis colon void</a:t>
            </a:r>
          </a:p>
          <a:p>
            <a:r>
              <a:rPr lang="en-IN" dirty="0"/>
              <a:t> Arrows from </a:t>
            </a:r>
            <a:r>
              <a:rPr lang="en-IN" dirty="0" err="1"/>
              <a:t>IntergMatrix</a:t>
            </a:r>
            <a:r>
              <a:rPr lang="en-IN" dirty="0"/>
              <a:t> and </a:t>
            </a:r>
            <a:r>
              <a:rPr lang="en-IN" dirty="0" err="1"/>
              <a:t>RationalMatrix</a:t>
            </a:r>
            <a:r>
              <a:rPr lang="en-IN" dirty="0"/>
              <a:t> lead to this code block.</a:t>
            </a:r>
          </a:p>
          <a:p>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25</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53133449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dirty="0" err="1"/>
              <a:t>IntegerMatrix</a:t>
            </a:r>
            <a:r>
              <a:rPr lang="en-IN" dirty="0"/>
              <a:t>: </a:t>
            </a:r>
            <a:r>
              <a:rPr lang="en-IN" dirty="0">
                <a:hlinkClick r:id="rId3"/>
              </a:rPr>
              <a:t>https://liveexample.pearsoncmg.com/html/IntegerMatrix.html</a:t>
            </a:r>
            <a:endParaRPr lang="en-IN" dirty="0"/>
          </a:p>
          <a:p>
            <a:pPr marL="0" marR="0" lvl="0" indent="0" algn="l" defTabSz="457200" rtl="0" eaLnBrk="1" fontAlgn="auto" latinLnBrk="0" hangingPunct="1">
              <a:lnSpc>
                <a:spcPct val="100000"/>
              </a:lnSpc>
              <a:spcBef>
                <a:spcPts val="0"/>
              </a:spcBef>
              <a:spcAft>
                <a:spcPts val="0"/>
              </a:spcAft>
              <a:buClrTx/>
              <a:buSzTx/>
              <a:buFontTx/>
              <a:buNone/>
              <a:tabLst/>
              <a:defRPr/>
            </a:pPr>
            <a:r>
              <a:rPr lang="en-IN" dirty="0" err="1"/>
              <a:t>RationalMatrix</a:t>
            </a:r>
            <a:r>
              <a:rPr lang="en-IN" dirty="0"/>
              <a:t>: </a:t>
            </a:r>
            <a:r>
              <a:rPr lang="en-IN" dirty="0">
                <a:hlinkClick r:id="rId4"/>
              </a:rPr>
              <a:t>https://liveexample.pearsoncmg.com/html/RationalMatrix.html</a:t>
            </a:r>
            <a:endParaRPr lang="en-IN" dirty="0"/>
          </a:p>
          <a:p>
            <a:pPr marL="0" marR="0" lvl="0" indent="0" algn="l" defTabSz="457200" rtl="0" eaLnBrk="1" fontAlgn="auto" latinLnBrk="0" hangingPunct="1">
              <a:lnSpc>
                <a:spcPct val="100000"/>
              </a:lnSpc>
              <a:spcBef>
                <a:spcPts val="0"/>
              </a:spcBef>
              <a:spcAft>
                <a:spcPts val="0"/>
              </a:spcAft>
              <a:buClrTx/>
              <a:buSzTx/>
              <a:buFontTx/>
              <a:buNone/>
              <a:tabLst/>
              <a:defRPr/>
            </a:pPr>
            <a:r>
              <a:rPr lang="en-IN" dirty="0" err="1"/>
              <a:t>TestIntegerMatrix</a:t>
            </a:r>
            <a:r>
              <a:rPr lang="en-IN" dirty="0"/>
              <a:t>: </a:t>
            </a:r>
            <a:r>
              <a:rPr lang="en-IN" dirty="0">
                <a:hlinkClick r:id="rId5"/>
              </a:rPr>
              <a:t>https://liveexample.pearsoncmg.com/html/TestIntegerMatrix.html</a:t>
            </a:r>
            <a:endParaRPr lang="en-IN" dirty="0"/>
          </a:p>
          <a:p>
            <a:pPr marL="0" marR="0" lvl="0" indent="0" algn="l" defTabSz="457200" rtl="0" eaLnBrk="1" fontAlgn="auto" latinLnBrk="0" hangingPunct="1">
              <a:lnSpc>
                <a:spcPct val="100000"/>
              </a:lnSpc>
              <a:spcBef>
                <a:spcPts val="0"/>
              </a:spcBef>
              <a:spcAft>
                <a:spcPts val="0"/>
              </a:spcAft>
              <a:buClrTx/>
              <a:buSzTx/>
              <a:buFontTx/>
              <a:buNone/>
              <a:tabLst/>
              <a:defRPr/>
            </a:pPr>
            <a:r>
              <a:rPr lang="en-IN" dirty="0" err="1"/>
              <a:t>TestRationalMatrix</a:t>
            </a:r>
            <a:r>
              <a:rPr lang="en-IN" dirty="0"/>
              <a:t>: </a:t>
            </a:r>
            <a:r>
              <a:rPr lang="en-IN" dirty="0">
                <a:hlinkClick r:id="rId6"/>
              </a:rPr>
              <a:t>https://liveexample.pearsoncmg.com/html/TestRationalMatrix.html</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26</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66866156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0"/>
        <p:cNvGrpSpPr/>
        <p:nvPr/>
      </p:nvGrpSpPr>
      <p:grpSpPr>
        <a:xfrm>
          <a:off x="0" y="0"/>
          <a:ext cx="0" cy="0"/>
          <a:chOff x="0" y="0"/>
          <a:chExt cx="0" cy="0"/>
        </a:xfrm>
      </p:grpSpPr>
      <p:sp>
        <p:nvSpPr>
          <p:cNvPr id="381" name="Shape 381"/>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382" name="Shape 382"/>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a:spcBef>
                <a:spcPts val="0"/>
              </a:spcBef>
              <a:buNone/>
            </a:pPr>
            <a:endParaRPr dirty="0"/>
          </a:p>
        </p:txBody>
      </p:sp>
      <p:sp>
        <p:nvSpPr>
          <p:cNvPr id="383" name="Shape 383"/>
          <p:cNvSpPr txBox="1">
            <a:spLocks noGrp="1"/>
          </p:cNvSpPr>
          <p:nvPr>
            <p:ph type="sldNum" idx="12"/>
          </p:nvPr>
        </p:nvSpPr>
        <p:spPr>
          <a:xfrm>
            <a:off x="3884612" y="8685213"/>
            <a:ext cx="2971800" cy="457200"/>
          </a:xfrm>
          <a:prstGeom prst="rect">
            <a:avLst/>
          </a:prstGeom>
        </p:spPr>
        <p:txBody>
          <a:bodyPr lIns="91425" tIns="45700" rIns="91425" bIns="45700" anchor="b" anchorCtr="0">
            <a:noAutofit/>
          </a:bodyPr>
          <a:lstStyle/>
          <a:p>
            <a:pPr lvl="0">
              <a:spcBef>
                <a:spcPts val="0"/>
              </a:spcBef>
              <a:buClr>
                <a:srgbClr val="000000"/>
              </a:buClr>
              <a:buSzPct val="25000"/>
              <a:buFont typeface="Arial"/>
              <a:buNone/>
            </a:pPr>
            <a:fld id="{00000000-1234-1234-1234-123412341234}" type="slidenum">
              <a:rPr lang="en-US"/>
              <a:t>27</a:t>
            </a:fld>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hapter Opener-add copyright">
    <p:spTree>
      <p:nvGrpSpPr>
        <p:cNvPr id="1" name="Shape 37"/>
        <p:cNvGrpSpPr/>
        <p:nvPr/>
      </p:nvGrpSpPr>
      <p:grpSpPr>
        <a:xfrm>
          <a:off x="0" y="0"/>
          <a:ext cx="0" cy="0"/>
          <a:chOff x="0" y="0"/>
          <a:chExt cx="0" cy="0"/>
        </a:xfrm>
      </p:grpSpPr>
      <p:sp>
        <p:nvSpPr>
          <p:cNvPr id="38" name="Title Placeholder"/>
          <p:cNvSpPr txBox="1">
            <a:spLocks noGrp="1"/>
          </p:cNvSpPr>
          <p:nvPr>
            <p:ph type="title"/>
          </p:nvPr>
        </p:nvSpPr>
        <p:spPr>
          <a:xfrm>
            <a:off x="457200" y="215371"/>
            <a:ext cx="8229600" cy="622828"/>
          </a:xfrm>
          <a:prstGeom prst="rect">
            <a:avLst/>
          </a:prstGeom>
          <a:noFill/>
          <a:ln>
            <a:noFill/>
          </a:ln>
        </p:spPr>
        <p:txBody>
          <a:bodyPr lIns="91425" tIns="91425" rIns="91425" bIns="91425" anchor="ctr"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9" name="Content Placeholder"/>
          <p:cNvSpPr txBox="1">
            <a:spLocks noGrp="1"/>
          </p:cNvSpPr>
          <p:nvPr>
            <p:ph type="body" idx="1"/>
          </p:nvPr>
        </p:nvSpPr>
        <p:spPr>
          <a:xfrm>
            <a:off x="457200" y="958098"/>
            <a:ext cx="8229600" cy="478970"/>
          </a:xfrm>
          <a:prstGeom prst="rect">
            <a:avLst/>
          </a:prstGeom>
          <a:noFill/>
          <a:ln>
            <a:noFill/>
          </a:ln>
        </p:spPr>
        <p:txBody>
          <a:bodyPr lIns="91425" tIns="91425" rIns="91425" bIns="91425" anchor="ctr" anchorCtr="0"/>
          <a:lstStyle>
            <a:lvl1pPr marL="0" marR="0" lvl="0" indent="0" algn="l" rtl="0">
              <a:spcBef>
                <a:spcPts val="0"/>
              </a:spcBef>
              <a:buClr>
                <a:srgbClr val="007FA3"/>
              </a:buClr>
              <a:buFont typeface="Arial"/>
              <a:buNone/>
              <a:defRPr sz="2000" b="0" i="0" u="none" strike="noStrike" cap="none">
                <a:solidFill>
                  <a:srgbClr val="007FA3"/>
                </a:solidFill>
                <a:latin typeface="+mn-lt"/>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dirty="0"/>
          </a:p>
        </p:txBody>
      </p:sp>
      <p:sp>
        <p:nvSpPr>
          <p:cNvPr id="4" name="Content Placeholder 3">
            <a:extLst>
              <a:ext uri="{FF2B5EF4-FFF2-40B4-BE49-F238E27FC236}">
                <a16:creationId xmlns:a16="http://schemas.microsoft.com/office/drawing/2014/main" id="{6EE677B9-EC76-47FA-B8D6-49D033518C61}"/>
              </a:ext>
            </a:extLst>
          </p:cNvPr>
          <p:cNvSpPr>
            <a:spLocks noGrp="1"/>
          </p:cNvSpPr>
          <p:nvPr>
            <p:ph sz="quarter" idx="13" hasCustomPrompt="1"/>
          </p:nvPr>
        </p:nvSpPr>
        <p:spPr>
          <a:xfrm>
            <a:off x="457200" y="1600200"/>
            <a:ext cx="4397375" cy="4525963"/>
          </a:xfrm>
        </p:spPr>
        <p:txBody>
          <a:bodyPr/>
          <a:lstStyle>
            <a:lvl1pPr marL="101600" indent="0">
              <a:buNone/>
              <a:defRPr/>
            </a:lvl1pPr>
          </a:lstStyle>
          <a:p>
            <a:pPr lvl="0"/>
            <a:r>
              <a:rPr lang="en-US" dirty="0"/>
              <a:t>Image of front cover</a:t>
            </a:r>
          </a:p>
        </p:txBody>
      </p:sp>
      <p:sp>
        <p:nvSpPr>
          <p:cNvPr id="6" name="Content Placeholder 5">
            <a:extLst>
              <a:ext uri="{FF2B5EF4-FFF2-40B4-BE49-F238E27FC236}">
                <a16:creationId xmlns:a16="http://schemas.microsoft.com/office/drawing/2014/main" id="{F4ED3915-2147-4382-A599-2376CC8854D1}"/>
              </a:ext>
            </a:extLst>
          </p:cNvPr>
          <p:cNvSpPr>
            <a:spLocks noGrp="1"/>
          </p:cNvSpPr>
          <p:nvPr>
            <p:ph sz="quarter" idx="14" hasCustomPrompt="1"/>
          </p:nvPr>
        </p:nvSpPr>
        <p:spPr>
          <a:xfrm>
            <a:off x="5029200" y="1600200"/>
            <a:ext cx="3657600" cy="1492250"/>
          </a:xfrm>
        </p:spPr>
        <p:txBody>
          <a:bodyPr anchor="b"/>
          <a:lstStyle>
            <a:lvl1pPr marL="101600" indent="0" algn="ctr">
              <a:buNone/>
              <a:defRPr sz="3000" b="1">
                <a:latin typeface="+mn-lt"/>
              </a:defRPr>
            </a:lvl1pPr>
            <a:lvl2pPr marL="558800" indent="0">
              <a:buNone/>
              <a:defRPr/>
            </a:lvl2pPr>
          </a:lstStyle>
          <a:p>
            <a:pPr lvl="0"/>
            <a:r>
              <a:rPr lang="en-US" dirty="0"/>
              <a:t>Chapter #</a:t>
            </a:r>
          </a:p>
        </p:txBody>
      </p:sp>
      <p:sp>
        <p:nvSpPr>
          <p:cNvPr id="8" name="Content Placeholder 7">
            <a:extLst>
              <a:ext uri="{FF2B5EF4-FFF2-40B4-BE49-F238E27FC236}">
                <a16:creationId xmlns:a16="http://schemas.microsoft.com/office/drawing/2014/main" id="{3B38FD8D-0DB0-4A1A-A3F1-E26B606AC837}"/>
              </a:ext>
            </a:extLst>
          </p:cNvPr>
          <p:cNvSpPr>
            <a:spLocks noGrp="1"/>
          </p:cNvSpPr>
          <p:nvPr>
            <p:ph sz="quarter" idx="15" hasCustomPrompt="1"/>
          </p:nvPr>
        </p:nvSpPr>
        <p:spPr>
          <a:xfrm>
            <a:off x="5029200" y="3252788"/>
            <a:ext cx="3657600" cy="2873375"/>
          </a:xfrm>
        </p:spPr>
        <p:txBody>
          <a:bodyPr/>
          <a:lstStyle>
            <a:lvl1pPr marL="0" indent="0" algn="ctr">
              <a:buNone/>
              <a:defRPr sz="2200">
                <a:latin typeface="+mn-lt"/>
              </a:defRPr>
            </a:lvl1pPr>
          </a:lstStyle>
          <a:p>
            <a:pPr lvl="0"/>
            <a:r>
              <a:rPr lang="en-US" dirty="0"/>
              <a:t>Chapter name</a:t>
            </a:r>
          </a:p>
        </p:txBody>
      </p:sp>
      <p:sp>
        <p:nvSpPr>
          <p:cNvPr id="12" name="Shape 13">
            <a:extLst>
              <a:ext uri="{FF2B5EF4-FFF2-40B4-BE49-F238E27FC236}">
                <a16:creationId xmlns:a16="http://schemas.microsoft.com/office/drawing/2014/main" id="{C5328E6C-2B17-49B8-8712-6C0E107A1D99}"/>
              </a:ext>
            </a:extLst>
          </p:cNvPr>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US" dirty="0">
              <a:solidFill>
                <a:schemeClr val="tx1"/>
              </a:solidFill>
            </a:endParaRPr>
          </a:p>
        </p:txBody>
      </p:sp>
      <p:sp>
        <p:nvSpPr>
          <p:cNvPr id="13" name="Shape 14">
            <a:extLst>
              <a:ext uri="{FF2B5EF4-FFF2-40B4-BE49-F238E27FC236}">
                <a16:creationId xmlns:a16="http://schemas.microsoft.com/office/drawing/2014/main" id="{CE0B5B1C-8858-43DC-BD75-C546F4738779}"/>
              </a:ext>
            </a:extLst>
          </p:cNvPr>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fld id="{00000000-1234-1234-1234-123412341234}" type="slidenum">
              <a:rPr lang="en-US" sz="900" smtClean="0"/>
              <a:pPr algn="r">
                <a:buSzPct val="25000"/>
                <a:defRPr/>
              </a:pPr>
              <a:t>‹#›</a:t>
            </a:fld>
            <a:endParaRPr lang="en-US" sz="900" dirty="0"/>
          </a:p>
        </p:txBody>
      </p:sp>
      <p:sp>
        <p:nvSpPr>
          <p:cNvPr id="9" name="Picture Placeholder 8">
            <a:extLst>
              <a:ext uri="{FF2B5EF4-FFF2-40B4-BE49-F238E27FC236}">
                <a16:creationId xmlns:a16="http://schemas.microsoft.com/office/drawing/2014/main" id="{51B8939D-A957-42F9-A1B5-556D29D235AB}"/>
              </a:ext>
            </a:extLst>
          </p:cNvPr>
          <p:cNvSpPr>
            <a:spLocks noGrp="1"/>
          </p:cNvSpPr>
          <p:nvPr>
            <p:ph type="pic" sz="quarter" idx="16" hasCustomPrompt="1"/>
          </p:nvPr>
        </p:nvSpPr>
        <p:spPr>
          <a:xfrm>
            <a:off x="457200" y="6400801"/>
            <a:ext cx="1001713" cy="228600"/>
          </a:xfrm>
        </p:spPr>
        <p:txBody>
          <a:bodyPr anchor="ctr"/>
          <a:lstStyle>
            <a:lvl1pPr>
              <a:buNone/>
              <a:defRPr sz="1200">
                <a:latin typeface="Verdana" panose="020B0604030504040204" pitchFamily="34" charset="0"/>
                <a:ea typeface="Verdana" panose="020B0604030504040204" pitchFamily="34" charset="0"/>
              </a:defRPr>
            </a:lvl1pPr>
          </a:lstStyle>
          <a:p>
            <a:r>
              <a:rPr lang="en-US" dirty="0"/>
              <a:t>Logo</a:t>
            </a:r>
          </a:p>
        </p:txBody>
      </p:sp>
      <p:sp>
        <p:nvSpPr>
          <p:cNvPr id="18" name="Content Placeholder 17">
            <a:extLst>
              <a:ext uri="{FF2B5EF4-FFF2-40B4-BE49-F238E27FC236}">
                <a16:creationId xmlns:a16="http://schemas.microsoft.com/office/drawing/2014/main" id="{0CF87F15-2C58-4DFC-BACB-0E2C6507BCDE}"/>
              </a:ext>
            </a:extLst>
          </p:cNvPr>
          <p:cNvSpPr>
            <a:spLocks noGrp="1"/>
          </p:cNvSpPr>
          <p:nvPr>
            <p:ph sz="quarter" idx="17" hasCustomPrompt="1"/>
          </p:nvPr>
        </p:nvSpPr>
        <p:spPr>
          <a:xfrm>
            <a:off x="2097088" y="6400800"/>
            <a:ext cx="6589712" cy="228600"/>
          </a:xfrm>
        </p:spPr>
        <p:txBody>
          <a:bodyPr anchor="ctr"/>
          <a:lstStyle>
            <a:lvl1pPr algn="r">
              <a:buNone/>
              <a:defRPr sz="1200">
                <a:latin typeface="Verdana" panose="020B0604030504040204" pitchFamily="34" charset="0"/>
                <a:ea typeface="Verdana" panose="020B0604030504040204" pitchFamily="34" charset="0"/>
              </a:defRPr>
            </a:lvl1pPr>
          </a:lstStyle>
          <a:p>
            <a:pPr lvl="0"/>
            <a:r>
              <a:rPr lang="en-US" dirty="0"/>
              <a:t>Copyright Information</a:t>
            </a:r>
          </a:p>
        </p:txBody>
      </p:sp>
    </p:spTree>
    <p:extLst>
      <p:ext uri="{BB962C8B-B14F-4D97-AF65-F5344CB8AC3E}">
        <p14:creationId xmlns:p14="http://schemas.microsoft.com/office/powerpoint/2010/main" val="839355990"/>
      </p:ext>
    </p:extLst>
  </p:cSld>
  <p:clrMapOvr>
    <a:masterClrMapping/>
  </p:clrMapOvr>
  <p:extLst>
    <p:ext uri="{DCECCB84-F9BA-43D5-87BE-67443E8EF086}">
      <p15:sldGuideLst xmlns:p15="http://schemas.microsoft.com/office/powerpoint/2012/main">
        <p15:guide id="1" orient="horz" pos="4176" userDrawn="1">
          <p15:clr>
            <a:srgbClr val="FBAE40"/>
          </p15:clr>
        </p15:guide>
        <p15:guide id="2" pos="288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add copyright">
    <p:spTree>
      <p:nvGrpSpPr>
        <p:cNvPr id="1" name="Shape 17"/>
        <p:cNvGrpSpPr/>
        <p:nvPr/>
      </p:nvGrpSpPr>
      <p:grpSpPr>
        <a:xfrm>
          <a:off x="0" y="0"/>
          <a:ext cx="0" cy="0"/>
          <a:chOff x="0" y="0"/>
          <a:chExt cx="0" cy="0"/>
        </a:xfrm>
      </p:grpSpPr>
      <p:sp>
        <p:nvSpPr>
          <p:cNvPr id="18" name="Shape 18"/>
          <p:cNvSpPr/>
          <p:nvPr/>
        </p:nvSpPr>
        <p:spPr>
          <a:xfrm>
            <a:off x="0" y="0"/>
            <a:ext cx="9144000" cy="3886200"/>
          </a:xfrm>
          <a:prstGeom prst="rect">
            <a:avLst/>
          </a:prstGeom>
          <a:solidFill>
            <a:srgbClr val="007FA3"/>
          </a:solidFill>
          <a:ln w="25400" cap="flat" cmpd="sng">
            <a:solidFill>
              <a:srgbClr val="007FA3"/>
            </a:solidFill>
            <a:prstDash val="solid"/>
            <a:round/>
            <a:headEnd type="none" w="med" len="med"/>
            <a:tailEnd type="none" w="med" len="med"/>
          </a:ln>
        </p:spPr>
        <p:txBody>
          <a:bodyPr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dirty="0">
              <a:ln>
                <a:noFill/>
              </a:ln>
              <a:solidFill>
                <a:srgbClr val="FFFFFF"/>
              </a:solidFill>
              <a:effectLst/>
              <a:uLnTx/>
              <a:uFillTx/>
              <a:latin typeface="Arial"/>
              <a:ea typeface="Arial"/>
              <a:cs typeface="Arial"/>
              <a:sym typeface="Arial"/>
            </a:endParaRPr>
          </a:p>
        </p:txBody>
      </p:sp>
      <p:sp>
        <p:nvSpPr>
          <p:cNvPr id="19" name="Title Placeholder"/>
          <p:cNvSpPr txBox="1">
            <a:spLocks noGrp="1"/>
          </p:cNvSpPr>
          <p:nvPr>
            <p:ph type="ctrTitle"/>
          </p:nvPr>
        </p:nvSpPr>
        <p:spPr>
          <a:xfrm>
            <a:off x="685800" y="762000"/>
            <a:ext cx="7772400" cy="2838451"/>
          </a:xfrm>
          <a:prstGeom prst="rect">
            <a:avLst/>
          </a:prstGeom>
          <a:noFill/>
          <a:ln>
            <a:noFill/>
          </a:ln>
        </p:spPr>
        <p:txBody>
          <a:bodyPr lIns="91425" tIns="91425" rIns="91425" bIns="91425" anchor="b" anchorCtr="0"/>
          <a:lstStyle>
            <a:lvl1pPr marL="0" marR="0" lvl="0" indent="0" algn="l" rtl="0">
              <a:lnSpc>
                <a:spcPct val="100000"/>
              </a:lnSpc>
              <a:spcBef>
                <a:spcPts val="0"/>
              </a:spcBef>
              <a:buClr>
                <a:schemeClr val="lt1"/>
              </a:buClr>
              <a:buFont typeface="Times New Roman"/>
              <a:buNone/>
              <a:defRPr sz="3600" b="1" i="0" u="none" strike="noStrike" cap="none">
                <a:solidFill>
                  <a:schemeClr val="lt1"/>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20" name="Content Placeholder"/>
          <p:cNvSpPr txBox="1">
            <a:spLocks noGrp="1"/>
          </p:cNvSpPr>
          <p:nvPr>
            <p:ph type="subTitle" idx="1"/>
          </p:nvPr>
        </p:nvSpPr>
        <p:spPr>
          <a:xfrm>
            <a:off x="674687" y="3962400"/>
            <a:ext cx="7794625"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400" b="0" i="0" u="none" strike="noStrike" cap="none">
                <a:solidFill>
                  <a:schemeClr val="dk1"/>
                </a:solidFill>
                <a:latin typeface="+mn-lt"/>
                <a:ea typeface="Arial"/>
                <a:cs typeface="Arial"/>
                <a:sym typeface="Arial"/>
              </a:defRPr>
            </a:lvl1pPr>
            <a:lvl2pPr marL="457200" marR="0" lvl="1"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2pPr>
            <a:lvl3pPr marL="914400" marR="0" lvl="2" indent="0" algn="ctr" rtl="0">
              <a:spcBef>
                <a:spcPts val="600"/>
              </a:spcBef>
              <a:buClr>
                <a:srgbClr val="007FA3"/>
              </a:buClr>
              <a:buFont typeface="Noto Sans Symbols"/>
              <a:buNone/>
              <a:defRPr sz="1600" b="0" i="0" u="none" strike="noStrike" cap="none">
                <a:solidFill>
                  <a:srgbClr val="888888"/>
                </a:solidFill>
                <a:latin typeface="Arial"/>
                <a:ea typeface="Arial"/>
                <a:cs typeface="Arial"/>
                <a:sym typeface="Arial"/>
              </a:defRPr>
            </a:lvl3pPr>
            <a:lvl4pPr marL="1371600" marR="0" lvl="3"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4pPr>
            <a:lvl5pPr marL="1828800" marR="0" lvl="4"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5pPr>
            <a:lvl6pPr marL="2286000" marR="0" lvl="5"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6pPr>
            <a:lvl7pPr marL="2743200" marR="0" lvl="6"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7pPr>
            <a:lvl8pPr marL="3200400" marR="0" lvl="7"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8pPr>
            <a:lvl9pPr marL="3657600" marR="0" lvl="8"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9pPr>
          </a:lstStyle>
          <a:p>
            <a:endParaRPr dirty="0"/>
          </a:p>
        </p:txBody>
      </p:sp>
      <p:sp>
        <p:nvSpPr>
          <p:cNvPr id="22" name="Shape 2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sz="900" b="0" i="0" u="none" strike="noStrike" kern="0" cap="none" spc="0" normalizeH="0" baseline="0" noProof="0" dirty="0">
              <a:ln>
                <a:noFill/>
              </a:ln>
              <a:solidFill>
                <a:srgbClr val="FFFFFF"/>
              </a:solidFill>
              <a:effectLst/>
              <a:uLnTx/>
              <a:uFillTx/>
              <a:latin typeface="Arial"/>
              <a:cs typeface="Arial"/>
              <a:sym typeface="Arial"/>
            </a:endParaRPr>
          </a:p>
        </p:txBody>
      </p:sp>
      <p:sp>
        <p:nvSpPr>
          <p:cNvPr id="23" name="Shape 2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Tx/>
              <a:buSzPct val="25000"/>
              <a:buFontTx/>
              <a:buNone/>
              <a:tabLst/>
              <a:defRPr/>
            </a:pPr>
            <a:fld id="{00000000-1234-1234-1234-123412341234}" type="slidenum">
              <a:rPr kumimoji="0" lang="en-US" sz="900" b="0" i="0" u="none" strike="noStrike" kern="0" cap="none" spc="0" normalizeH="0" baseline="0" noProof="0">
                <a:ln>
                  <a:noFill/>
                </a:ln>
                <a:solidFill>
                  <a:srgbClr val="FFFFFF"/>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Tx/>
                <a:buSzPct val="25000"/>
                <a:buFontTx/>
                <a:buNone/>
                <a:tabLst/>
                <a:defRPr/>
              </a:pPr>
              <a:t>‹#›</a:t>
            </a:fld>
            <a:endParaRPr kumimoji="0" lang="en-US" sz="900" b="0" i="0" u="none" strike="noStrike" kern="0" cap="none" spc="0" normalizeH="0" baseline="0" noProof="0" dirty="0">
              <a:ln>
                <a:noFill/>
              </a:ln>
              <a:solidFill>
                <a:srgbClr val="FFFFFF"/>
              </a:solidFill>
              <a:effectLst/>
              <a:uLnTx/>
              <a:uFillTx/>
              <a:latin typeface="Arial"/>
              <a:ea typeface="Arial"/>
              <a:cs typeface="Arial"/>
              <a:sym typeface="Arial"/>
            </a:endParaRPr>
          </a:p>
        </p:txBody>
      </p:sp>
    </p:spTree>
    <p:extLst>
      <p:ext uri="{BB962C8B-B14F-4D97-AF65-F5344CB8AC3E}">
        <p14:creationId xmlns:p14="http://schemas.microsoft.com/office/powerpoint/2010/main" val="42159409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Shape 24"/>
        <p:cNvGrpSpPr/>
        <p:nvPr/>
      </p:nvGrpSpPr>
      <p:grpSpPr>
        <a:xfrm>
          <a:off x="0" y="0"/>
          <a:ext cx="0" cy="0"/>
          <a:chOff x="0" y="0"/>
          <a:chExt cx="0" cy="0"/>
        </a:xfrm>
      </p:grpSpPr>
      <p:sp>
        <p:nvSpPr>
          <p:cNvPr id="25"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00F45AE3-EB76-41DE-97B2-CFE79B73D3C6}"/>
              </a:ext>
            </a:extLst>
          </p:cNvPr>
          <p:cNvSpPr>
            <a:spLocks noGrp="1"/>
          </p:cNvSpPr>
          <p:nvPr>
            <p:ph sz="quarter" idx="13"/>
          </p:nvPr>
        </p:nvSpPr>
        <p:spPr>
          <a:xfrm>
            <a:off x="457200" y="1554920"/>
            <a:ext cx="8232775" cy="4663335"/>
          </a:xfrm>
        </p:spPr>
        <p:txBody>
          <a:bodyPr/>
          <a:lstStyle>
            <a:lvl1pPr indent="-255600">
              <a:defRPr sz="2400">
                <a:latin typeface="+mn-lt"/>
              </a:defRPr>
            </a:lvl1pPr>
            <a:lvl2pPr indent="-284400">
              <a:defRPr sz="2400">
                <a:latin typeface="+mn-lt"/>
              </a:defRPr>
            </a:lvl2pPr>
            <a:lvl3pPr indent="-230400">
              <a:defRPr sz="2400">
                <a:latin typeface="+mn-lt"/>
              </a:defRPr>
            </a:lvl3pPr>
            <a:lvl4pPr indent="-230400">
              <a:defRPr sz="2400">
                <a:latin typeface="+mn-lt"/>
              </a:defRPr>
            </a:lvl4pPr>
            <a:lvl5pPr indent="-230400">
              <a:defRPr sz="2400">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8" name="Shape 28"/>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29" name="Shape 29"/>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Title and Two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57200" y="1556327"/>
            <a:ext cx="8229600" cy="226752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6">
            <a:extLst>
              <a:ext uri="{FF2B5EF4-FFF2-40B4-BE49-F238E27FC236}">
                <a16:creationId xmlns:a16="http://schemas.microsoft.com/office/drawing/2014/main" id="{820D01C0-4FD2-4065-9EC3-96A308398288}"/>
              </a:ext>
            </a:extLst>
          </p:cNvPr>
          <p:cNvSpPr>
            <a:spLocks noGrp="1"/>
          </p:cNvSpPr>
          <p:nvPr>
            <p:ph sz="quarter" idx="14"/>
          </p:nvPr>
        </p:nvSpPr>
        <p:spPr>
          <a:xfrm>
            <a:off x="457200" y="3971925"/>
            <a:ext cx="8229600" cy="2105025"/>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Three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 name="Content Placeholder 2">
            <a:extLst>
              <a:ext uri="{FF2B5EF4-FFF2-40B4-BE49-F238E27FC236}">
                <a16:creationId xmlns:a16="http://schemas.microsoft.com/office/drawing/2014/main" id="{6F503D41-401A-43DB-9BC0-38F51965B892}"/>
              </a:ext>
            </a:extLst>
          </p:cNvPr>
          <p:cNvSpPr>
            <a:spLocks noGrp="1"/>
          </p:cNvSpPr>
          <p:nvPr>
            <p:ph sz="quarter" idx="15"/>
          </p:nvPr>
        </p:nvSpPr>
        <p:spPr>
          <a:xfrm>
            <a:off x="457200" y="1556327"/>
            <a:ext cx="3635375" cy="4520623"/>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234542" y="1556327"/>
            <a:ext cx="4452257" cy="226752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6">
            <a:extLst>
              <a:ext uri="{FF2B5EF4-FFF2-40B4-BE49-F238E27FC236}">
                <a16:creationId xmlns:a16="http://schemas.microsoft.com/office/drawing/2014/main" id="{820D01C0-4FD2-4065-9EC3-96A308398288}"/>
              </a:ext>
            </a:extLst>
          </p:cNvPr>
          <p:cNvSpPr>
            <a:spLocks noGrp="1"/>
          </p:cNvSpPr>
          <p:nvPr>
            <p:ph sz="quarter" idx="14"/>
          </p:nvPr>
        </p:nvSpPr>
        <p:spPr>
          <a:xfrm>
            <a:off x="4234542" y="3971925"/>
            <a:ext cx="4452258" cy="2105025"/>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27690625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Two Columns">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52575"/>
            <a:ext cx="399197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4694830" y="1552575"/>
            <a:ext cx="399197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41261101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Three Columns">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457201" y="1552575"/>
            <a:ext cx="2595603"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3274199" y="1552575"/>
            <a:ext cx="2595602"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6091197" y="1552575"/>
            <a:ext cx="2595603"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41644338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Four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2572593"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4687986"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p:nvPr>
        </p:nvSpPr>
        <p:spPr>
          <a:xfrm>
            <a:off x="6803378"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30112147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Title and Ten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52575"/>
            <a:ext cx="4011769" cy="46940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457200" y="2216772"/>
            <a:ext cx="4011769" cy="552186"/>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457200" y="2953477"/>
            <a:ext cx="4011769" cy="52536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p:nvPr>
        </p:nvSpPr>
        <p:spPr>
          <a:xfrm>
            <a:off x="457200" y="3640944"/>
            <a:ext cx="4011769" cy="52536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
        <p:nvSpPr>
          <p:cNvPr id="3" name="Content Placeholder 2"/>
          <p:cNvSpPr>
            <a:spLocks noGrp="1"/>
          </p:cNvSpPr>
          <p:nvPr>
            <p:ph sz="quarter" idx="17"/>
          </p:nvPr>
        </p:nvSpPr>
        <p:spPr>
          <a:xfrm>
            <a:off x="457200" y="4352925"/>
            <a:ext cx="4011769" cy="4762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4"/>
          <p:cNvSpPr>
            <a:spLocks noGrp="1"/>
          </p:cNvSpPr>
          <p:nvPr>
            <p:ph sz="quarter" idx="18"/>
          </p:nvPr>
        </p:nvSpPr>
        <p:spPr>
          <a:xfrm>
            <a:off x="457200" y="5010150"/>
            <a:ext cx="4011769" cy="5143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Content Placeholder 6"/>
          <p:cNvSpPr>
            <a:spLocks noGrp="1"/>
          </p:cNvSpPr>
          <p:nvPr>
            <p:ph sz="quarter" idx="19"/>
          </p:nvPr>
        </p:nvSpPr>
        <p:spPr>
          <a:xfrm>
            <a:off x="457200" y="5692775"/>
            <a:ext cx="4011769" cy="56673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0" name="Content Placeholder 9"/>
          <p:cNvSpPr>
            <a:spLocks noGrp="1"/>
          </p:cNvSpPr>
          <p:nvPr>
            <p:ph sz="quarter" idx="20"/>
          </p:nvPr>
        </p:nvSpPr>
        <p:spPr>
          <a:xfrm>
            <a:off x="4622801" y="1557338"/>
            <a:ext cx="4064000" cy="465137"/>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2" name="Content Placeholder 11"/>
          <p:cNvSpPr>
            <a:spLocks noGrp="1"/>
          </p:cNvSpPr>
          <p:nvPr>
            <p:ph sz="quarter" idx="21"/>
          </p:nvPr>
        </p:nvSpPr>
        <p:spPr>
          <a:xfrm>
            <a:off x="4622800" y="2216150"/>
            <a:ext cx="4064000" cy="5524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4" name="Content Placeholder 13"/>
          <p:cNvSpPr>
            <a:spLocks noGrp="1"/>
          </p:cNvSpPr>
          <p:nvPr>
            <p:ph sz="quarter" idx="22"/>
          </p:nvPr>
        </p:nvSpPr>
        <p:spPr>
          <a:xfrm>
            <a:off x="4622800" y="2952750"/>
            <a:ext cx="4064000" cy="525463"/>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9" name="Content Placeholder 18"/>
          <p:cNvSpPr>
            <a:spLocks noGrp="1"/>
          </p:cNvSpPr>
          <p:nvPr>
            <p:ph sz="quarter" idx="23"/>
          </p:nvPr>
        </p:nvSpPr>
        <p:spPr>
          <a:xfrm>
            <a:off x="4622800" y="3641725"/>
            <a:ext cx="4064000" cy="523875"/>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1" name="Content Placeholder 20"/>
          <p:cNvSpPr>
            <a:spLocks noGrp="1"/>
          </p:cNvSpPr>
          <p:nvPr>
            <p:ph sz="quarter" idx="24"/>
          </p:nvPr>
        </p:nvSpPr>
        <p:spPr>
          <a:xfrm>
            <a:off x="4622800" y="4352925"/>
            <a:ext cx="4064000" cy="4762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3" name="Content Placeholder 22"/>
          <p:cNvSpPr>
            <a:spLocks noGrp="1"/>
          </p:cNvSpPr>
          <p:nvPr>
            <p:ph sz="quarter" idx="25"/>
          </p:nvPr>
        </p:nvSpPr>
        <p:spPr>
          <a:xfrm>
            <a:off x="4713288" y="5010150"/>
            <a:ext cx="3973512" cy="5143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5" name="Content Placeholder 24"/>
          <p:cNvSpPr>
            <a:spLocks noGrp="1"/>
          </p:cNvSpPr>
          <p:nvPr>
            <p:ph sz="quarter" idx="26"/>
          </p:nvPr>
        </p:nvSpPr>
        <p:spPr>
          <a:xfrm>
            <a:off x="4713288" y="5692775"/>
            <a:ext cx="3973512" cy="56673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447121803"/>
      </p:ext>
    </p:extLst>
  </p:cSld>
  <p:clrMapOvr>
    <a:masterClrMapping/>
  </p:clrMapOvr>
  <p:extLst>
    <p:ext uri="{DCECCB84-F9BA-43D5-87BE-67443E8EF086}">
      <p15:sldGuideLst xmlns:p15="http://schemas.microsoft.com/office/powerpoint/2012/main">
        <p15:guide id="1" orient="horz" pos="981"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Title and Ten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52575"/>
            <a:ext cx="8229600" cy="198039"/>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457200" y="1841636"/>
            <a:ext cx="8229600" cy="232963"/>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457200" y="2191482"/>
            <a:ext cx="8229600" cy="22164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p:nvPr>
        </p:nvSpPr>
        <p:spPr>
          <a:xfrm>
            <a:off x="457200" y="2515536"/>
            <a:ext cx="8229600" cy="22164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
        <p:nvSpPr>
          <p:cNvPr id="3" name="Content Placeholder 2"/>
          <p:cNvSpPr>
            <a:spLocks noGrp="1"/>
          </p:cNvSpPr>
          <p:nvPr>
            <p:ph sz="quarter" idx="17"/>
          </p:nvPr>
        </p:nvSpPr>
        <p:spPr>
          <a:xfrm>
            <a:off x="457200" y="2840656"/>
            <a:ext cx="8229600" cy="200926"/>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4"/>
          <p:cNvSpPr>
            <a:spLocks noGrp="1"/>
          </p:cNvSpPr>
          <p:nvPr>
            <p:ph sz="quarter" idx="18"/>
          </p:nvPr>
        </p:nvSpPr>
        <p:spPr>
          <a:xfrm>
            <a:off x="457200" y="3169638"/>
            <a:ext cx="8229600" cy="21700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Content Placeholder 6"/>
          <p:cNvSpPr>
            <a:spLocks noGrp="1"/>
          </p:cNvSpPr>
          <p:nvPr>
            <p:ph sz="quarter" idx="19"/>
          </p:nvPr>
        </p:nvSpPr>
        <p:spPr>
          <a:xfrm>
            <a:off x="457200" y="3488845"/>
            <a:ext cx="8229600" cy="239102"/>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Text Placeholder 3"/>
          <p:cNvSpPr>
            <a:spLocks noGrp="1"/>
          </p:cNvSpPr>
          <p:nvPr>
            <p:ph type="body" sz="quarter" idx="20"/>
          </p:nvPr>
        </p:nvSpPr>
        <p:spPr>
          <a:xfrm>
            <a:off x="457200" y="3727450"/>
            <a:ext cx="8229600" cy="328613"/>
          </a:xfrm>
        </p:spPr>
        <p:txBody>
          <a:bodyPr/>
          <a:lstStyle>
            <a:lvl1pPr indent="-255600">
              <a:defRPr sz="2400">
                <a:latin typeface="+mn-lt"/>
              </a:defRPr>
            </a:lvl1pPr>
            <a:lvl2pPr>
              <a:defRPr sz="2400">
                <a:latin typeface="+mn-lt"/>
              </a:defRPr>
            </a:lvl2pPr>
            <a:lvl3pPr>
              <a:defRPr sz="2400">
                <a:latin typeface="+mn-lt"/>
              </a:defRPr>
            </a:lvl3pPr>
            <a:lvl4pPr>
              <a:defRPr sz="2400">
                <a:latin typeface="+mn-lt"/>
              </a:defRPr>
            </a:lvl4pPr>
            <a:lvl5pPr>
              <a:defRPr sz="2400">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Text Placeholder 8"/>
          <p:cNvSpPr>
            <a:spLocks noGrp="1"/>
          </p:cNvSpPr>
          <p:nvPr>
            <p:ph type="body" sz="quarter" idx="21"/>
          </p:nvPr>
        </p:nvSpPr>
        <p:spPr>
          <a:xfrm>
            <a:off x="457200" y="4056063"/>
            <a:ext cx="8229600" cy="293687"/>
          </a:xfrm>
        </p:spPr>
        <p:txBody>
          <a:bodyPr/>
          <a:lstStyle>
            <a:lvl1pPr indent="-255600">
              <a:defRPr sz="2400">
                <a:latin typeface="+mn-lt"/>
              </a:defRPr>
            </a:lvl1pPr>
            <a:lvl2pPr>
              <a:defRPr sz="2400">
                <a:latin typeface="+mn-lt"/>
              </a:defRPr>
            </a:lvl2pPr>
            <a:lvl3pPr>
              <a:defRPr sz="2400">
                <a:latin typeface="+mn-lt"/>
              </a:defRPr>
            </a:lvl3pPr>
            <a:lvl4pPr>
              <a:defRPr sz="2400">
                <a:latin typeface="+mn-lt"/>
              </a:defRPr>
            </a:lvl4pPr>
            <a:lvl5pPr>
              <a:defRPr sz="2400">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3" name="Text Placeholder 12"/>
          <p:cNvSpPr>
            <a:spLocks noGrp="1"/>
          </p:cNvSpPr>
          <p:nvPr>
            <p:ph type="body" sz="quarter" idx="22"/>
          </p:nvPr>
        </p:nvSpPr>
        <p:spPr>
          <a:xfrm>
            <a:off x="457200" y="4349750"/>
            <a:ext cx="8229600" cy="280988"/>
          </a:xfrm>
        </p:spPr>
        <p:txBody>
          <a:bodyPr/>
          <a:lstStyle>
            <a:lvl1pPr indent="-255600">
              <a:defRPr sz="2400">
                <a:latin typeface="+mn-lt"/>
              </a:defRPr>
            </a:lvl1pPr>
            <a:lvl2pPr>
              <a:defRPr sz="2400">
                <a:latin typeface="+mn-lt"/>
              </a:defRPr>
            </a:lvl2pPr>
            <a:lvl3pPr>
              <a:defRPr sz="2400">
                <a:latin typeface="+mn-lt"/>
              </a:defRPr>
            </a:lvl3pPr>
            <a:lvl4pPr>
              <a:defRPr sz="2400">
                <a:latin typeface="+mn-lt"/>
              </a:defRPr>
            </a:lvl4pPr>
            <a:lvl5pPr>
              <a:defRPr sz="2400">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0" name="Text Placeholder 19"/>
          <p:cNvSpPr>
            <a:spLocks noGrp="1"/>
          </p:cNvSpPr>
          <p:nvPr>
            <p:ph type="body" sz="quarter" idx="23"/>
          </p:nvPr>
        </p:nvSpPr>
        <p:spPr>
          <a:xfrm>
            <a:off x="457200" y="4630738"/>
            <a:ext cx="8229600" cy="339725"/>
          </a:xfrm>
        </p:spPr>
        <p:txBody>
          <a:bodyPr/>
          <a:lstStyle>
            <a:lvl1pPr indent="-255600">
              <a:defRPr sz="2400">
                <a:latin typeface="+mn-lt"/>
              </a:defRPr>
            </a:lvl1pPr>
            <a:lvl2pPr>
              <a:defRPr sz="2400">
                <a:latin typeface="+mn-lt"/>
              </a:defRPr>
            </a:lvl2pPr>
            <a:lvl3pPr>
              <a:defRPr sz="2400">
                <a:latin typeface="+mn-lt"/>
              </a:defRPr>
            </a:lvl3pPr>
            <a:lvl4pPr>
              <a:defRPr sz="2400">
                <a:latin typeface="+mn-lt"/>
              </a:defRPr>
            </a:lvl4pPr>
            <a:lvl5pPr>
              <a:defRPr sz="2400">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4" name="Text Placeholder 23"/>
          <p:cNvSpPr>
            <a:spLocks noGrp="1"/>
          </p:cNvSpPr>
          <p:nvPr>
            <p:ph type="body" sz="quarter" idx="24"/>
          </p:nvPr>
        </p:nvSpPr>
        <p:spPr>
          <a:xfrm>
            <a:off x="457200" y="4970463"/>
            <a:ext cx="8229600" cy="293687"/>
          </a:xfrm>
        </p:spPr>
        <p:txBody>
          <a:bodyPr/>
          <a:lstStyle>
            <a:lvl1pPr indent="-255600">
              <a:defRPr sz="2400">
                <a:latin typeface="+mn-lt"/>
              </a:defRPr>
            </a:lvl1pPr>
            <a:lvl2pPr>
              <a:defRPr sz="2400">
                <a:latin typeface="+mn-lt"/>
              </a:defRPr>
            </a:lvl2pPr>
            <a:lvl3pPr>
              <a:defRPr sz="2400">
                <a:latin typeface="+mn-lt"/>
              </a:defRPr>
            </a:lvl3pPr>
            <a:lvl4pPr>
              <a:defRPr sz="2400">
                <a:latin typeface="+mn-lt"/>
              </a:defRPr>
            </a:lvl4pPr>
            <a:lvl5pPr>
              <a:defRPr sz="2400">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7" name="Text Placeholder 26"/>
          <p:cNvSpPr>
            <a:spLocks noGrp="1"/>
          </p:cNvSpPr>
          <p:nvPr>
            <p:ph type="body" sz="quarter" idx="25"/>
          </p:nvPr>
        </p:nvSpPr>
        <p:spPr>
          <a:xfrm>
            <a:off x="457200" y="5264150"/>
            <a:ext cx="8229600" cy="339725"/>
          </a:xfrm>
        </p:spPr>
        <p:txBody>
          <a:bodyPr/>
          <a:lstStyle>
            <a:lvl1pPr indent="-255600">
              <a:defRPr sz="2400">
                <a:latin typeface="+mn-lt"/>
              </a:defRPr>
            </a:lvl1pPr>
            <a:lvl2pPr>
              <a:defRPr sz="2400">
                <a:latin typeface="+mn-lt"/>
              </a:defRPr>
            </a:lvl2pPr>
            <a:lvl3pPr>
              <a:defRPr sz="2400">
                <a:latin typeface="+mn-lt"/>
              </a:defRPr>
            </a:lvl3pPr>
            <a:lvl4pPr>
              <a:defRPr sz="2400">
                <a:latin typeface="+mn-lt"/>
              </a:defRPr>
            </a:lvl4pPr>
            <a:lvl5pPr>
              <a:defRPr sz="2400">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3573144346"/>
      </p:ext>
    </p:extLst>
  </p:cSld>
  <p:clrMapOvr>
    <a:masterClrMapping/>
  </p:clrMapOvr>
  <p:extLst>
    <p:ext uri="{DCECCB84-F9BA-43D5-87BE-67443E8EF086}">
      <p15:sldGuideLst xmlns:p15="http://schemas.microsoft.com/office/powerpoint/2012/main">
        <p15:guide id="1" orient="horz" pos="98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3_Title and twelve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52575"/>
            <a:ext cx="8229600" cy="198039"/>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
        <p:nvSpPr>
          <p:cNvPr id="6" name="Text Placeholder 5">
            <a:extLst>
              <a:ext uri="{FF2B5EF4-FFF2-40B4-BE49-F238E27FC236}">
                <a16:creationId xmlns:a16="http://schemas.microsoft.com/office/drawing/2014/main" id="{88008FCE-44F6-465B-91F1-28287AFBC079}"/>
              </a:ext>
            </a:extLst>
          </p:cNvPr>
          <p:cNvSpPr>
            <a:spLocks noGrp="1"/>
          </p:cNvSpPr>
          <p:nvPr>
            <p:ph type="body" sz="quarter" idx="14"/>
          </p:nvPr>
        </p:nvSpPr>
        <p:spPr>
          <a:xfrm>
            <a:off x="457200" y="1897063"/>
            <a:ext cx="8229600" cy="2762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34" name="Text Placeholder 3">
            <a:extLst>
              <a:ext uri="{FF2B5EF4-FFF2-40B4-BE49-F238E27FC236}">
                <a16:creationId xmlns:a16="http://schemas.microsoft.com/office/drawing/2014/main" id="{33A74FA4-AC08-4576-B172-17E0AEBCDA28}"/>
              </a:ext>
            </a:extLst>
          </p:cNvPr>
          <p:cNvSpPr>
            <a:spLocks noGrp="1"/>
          </p:cNvSpPr>
          <p:nvPr>
            <p:ph type="body" sz="quarter" idx="20"/>
          </p:nvPr>
        </p:nvSpPr>
        <p:spPr>
          <a:xfrm>
            <a:off x="457200" y="2416238"/>
            <a:ext cx="8229600" cy="328613"/>
          </a:xfrm>
        </p:spPr>
        <p:txBody>
          <a:bodyPr/>
          <a:lstStyle>
            <a:lvl1pPr indent="-255600">
              <a:defRPr sz="2400">
                <a:latin typeface="+mn-lt"/>
              </a:defRPr>
            </a:lvl1pPr>
            <a:lvl2pPr>
              <a:defRPr sz="2400">
                <a:latin typeface="+mn-lt"/>
              </a:defRPr>
            </a:lvl2pPr>
            <a:lvl3pPr>
              <a:defRPr sz="2400">
                <a:latin typeface="+mn-lt"/>
              </a:defRPr>
            </a:lvl3pPr>
            <a:lvl4pPr>
              <a:defRPr sz="2400">
                <a:latin typeface="+mn-lt"/>
              </a:defRPr>
            </a:lvl4pPr>
            <a:lvl5pPr>
              <a:defRPr sz="2400">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37" name="Content Placeholder 7">
            <a:extLst>
              <a:ext uri="{FF2B5EF4-FFF2-40B4-BE49-F238E27FC236}">
                <a16:creationId xmlns:a16="http://schemas.microsoft.com/office/drawing/2014/main" id="{6A95873E-3C16-4084-8344-35774A41A3AF}"/>
              </a:ext>
            </a:extLst>
          </p:cNvPr>
          <p:cNvSpPr>
            <a:spLocks noGrp="1"/>
          </p:cNvSpPr>
          <p:nvPr>
            <p:ph sz="quarter" idx="21"/>
          </p:nvPr>
        </p:nvSpPr>
        <p:spPr>
          <a:xfrm>
            <a:off x="457200" y="2911314"/>
            <a:ext cx="8229600" cy="232963"/>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8" name="Content Placeholder 7">
            <a:extLst>
              <a:ext uri="{FF2B5EF4-FFF2-40B4-BE49-F238E27FC236}">
                <a16:creationId xmlns:a16="http://schemas.microsoft.com/office/drawing/2014/main" id="{8179FA46-E818-4246-98C2-20516C1A5EEF}"/>
              </a:ext>
            </a:extLst>
          </p:cNvPr>
          <p:cNvSpPr>
            <a:spLocks noGrp="1"/>
          </p:cNvSpPr>
          <p:nvPr>
            <p:ph sz="quarter" idx="15"/>
          </p:nvPr>
        </p:nvSpPr>
        <p:spPr>
          <a:xfrm>
            <a:off x="457200" y="3261160"/>
            <a:ext cx="8229600" cy="22164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9" name="Content Placeholder 7">
            <a:extLst>
              <a:ext uri="{FF2B5EF4-FFF2-40B4-BE49-F238E27FC236}">
                <a16:creationId xmlns:a16="http://schemas.microsoft.com/office/drawing/2014/main" id="{FA7A27C0-83D9-4742-A083-9D88C986471B}"/>
              </a:ext>
            </a:extLst>
          </p:cNvPr>
          <p:cNvSpPr>
            <a:spLocks noGrp="1"/>
          </p:cNvSpPr>
          <p:nvPr>
            <p:ph sz="quarter" idx="16"/>
          </p:nvPr>
        </p:nvSpPr>
        <p:spPr>
          <a:xfrm>
            <a:off x="457200" y="3585214"/>
            <a:ext cx="8229600" cy="22164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0" name="Content Placeholder 2">
            <a:extLst>
              <a:ext uri="{FF2B5EF4-FFF2-40B4-BE49-F238E27FC236}">
                <a16:creationId xmlns:a16="http://schemas.microsoft.com/office/drawing/2014/main" id="{5941F0F6-7469-4AEC-9EFD-99D25D10F1E4}"/>
              </a:ext>
            </a:extLst>
          </p:cNvPr>
          <p:cNvSpPr>
            <a:spLocks noGrp="1"/>
          </p:cNvSpPr>
          <p:nvPr>
            <p:ph sz="quarter" idx="17"/>
          </p:nvPr>
        </p:nvSpPr>
        <p:spPr>
          <a:xfrm>
            <a:off x="457200" y="3910334"/>
            <a:ext cx="8229600" cy="200926"/>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1" name="Content Placeholder 4">
            <a:extLst>
              <a:ext uri="{FF2B5EF4-FFF2-40B4-BE49-F238E27FC236}">
                <a16:creationId xmlns:a16="http://schemas.microsoft.com/office/drawing/2014/main" id="{3ECDBA8B-3C76-477A-9392-830C6C462A2F}"/>
              </a:ext>
            </a:extLst>
          </p:cNvPr>
          <p:cNvSpPr>
            <a:spLocks noGrp="1"/>
          </p:cNvSpPr>
          <p:nvPr>
            <p:ph sz="quarter" idx="18"/>
          </p:nvPr>
        </p:nvSpPr>
        <p:spPr>
          <a:xfrm>
            <a:off x="457200" y="4239316"/>
            <a:ext cx="8229600" cy="21700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2" name="Content Placeholder 6">
            <a:extLst>
              <a:ext uri="{FF2B5EF4-FFF2-40B4-BE49-F238E27FC236}">
                <a16:creationId xmlns:a16="http://schemas.microsoft.com/office/drawing/2014/main" id="{11B2AC8F-B722-481C-A198-17B531BEB1FD}"/>
              </a:ext>
            </a:extLst>
          </p:cNvPr>
          <p:cNvSpPr>
            <a:spLocks noGrp="1"/>
          </p:cNvSpPr>
          <p:nvPr>
            <p:ph sz="quarter" idx="19"/>
          </p:nvPr>
        </p:nvSpPr>
        <p:spPr>
          <a:xfrm>
            <a:off x="457200" y="4558523"/>
            <a:ext cx="8229600" cy="239102"/>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3" name="Text Placeholder 8">
            <a:extLst>
              <a:ext uri="{FF2B5EF4-FFF2-40B4-BE49-F238E27FC236}">
                <a16:creationId xmlns:a16="http://schemas.microsoft.com/office/drawing/2014/main" id="{676B318F-EA20-401E-ABFA-061464E92A11}"/>
              </a:ext>
            </a:extLst>
          </p:cNvPr>
          <p:cNvSpPr>
            <a:spLocks noGrp="1"/>
          </p:cNvSpPr>
          <p:nvPr>
            <p:ph type="body" sz="quarter" idx="22"/>
          </p:nvPr>
        </p:nvSpPr>
        <p:spPr>
          <a:xfrm>
            <a:off x="457200" y="5125741"/>
            <a:ext cx="8229600" cy="293687"/>
          </a:xfrm>
        </p:spPr>
        <p:txBody>
          <a:bodyPr/>
          <a:lstStyle>
            <a:lvl1pPr indent="-255600">
              <a:defRPr sz="2400">
                <a:latin typeface="+mn-lt"/>
              </a:defRPr>
            </a:lvl1pPr>
            <a:lvl2pPr>
              <a:defRPr sz="2400">
                <a:latin typeface="+mn-lt"/>
              </a:defRPr>
            </a:lvl2pPr>
            <a:lvl3pPr>
              <a:defRPr sz="2400">
                <a:latin typeface="+mn-lt"/>
              </a:defRPr>
            </a:lvl3pPr>
            <a:lvl4pPr>
              <a:defRPr sz="2400">
                <a:latin typeface="+mn-lt"/>
              </a:defRPr>
            </a:lvl4pPr>
            <a:lvl5pPr>
              <a:defRPr sz="2400">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4" name="Text Placeholder 12">
            <a:extLst>
              <a:ext uri="{FF2B5EF4-FFF2-40B4-BE49-F238E27FC236}">
                <a16:creationId xmlns:a16="http://schemas.microsoft.com/office/drawing/2014/main" id="{A9FB5DBB-9B6F-4A45-B45E-F0F809B4D092}"/>
              </a:ext>
            </a:extLst>
          </p:cNvPr>
          <p:cNvSpPr>
            <a:spLocks noGrp="1"/>
          </p:cNvSpPr>
          <p:nvPr>
            <p:ph type="body" sz="quarter" idx="23"/>
          </p:nvPr>
        </p:nvSpPr>
        <p:spPr>
          <a:xfrm>
            <a:off x="457200" y="5419428"/>
            <a:ext cx="8229600" cy="280988"/>
          </a:xfrm>
        </p:spPr>
        <p:txBody>
          <a:bodyPr/>
          <a:lstStyle>
            <a:lvl1pPr indent="-255600">
              <a:defRPr sz="2400">
                <a:latin typeface="+mn-lt"/>
              </a:defRPr>
            </a:lvl1pPr>
            <a:lvl2pPr>
              <a:defRPr sz="2400">
                <a:latin typeface="+mn-lt"/>
              </a:defRPr>
            </a:lvl2pPr>
            <a:lvl3pPr>
              <a:defRPr sz="2400">
                <a:latin typeface="+mn-lt"/>
              </a:defRPr>
            </a:lvl3pPr>
            <a:lvl4pPr>
              <a:defRPr sz="2400">
                <a:latin typeface="+mn-lt"/>
              </a:defRPr>
            </a:lvl4pPr>
            <a:lvl5pPr>
              <a:defRPr sz="2400">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5" name="Text Placeholder 19">
            <a:extLst>
              <a:ext uri="{FF2B5EF4-FFF2-40B4-BE49-F238E27FC236}">
                <a16:creationId xmlns:a16="http://schemas.microsoft.com/office/drawing/2014/main" id="{40E81894-6C86-41D7-AA3D-C3B4EA829817}"/>
              </a:ext>
            </a:extLst>
          </p:cNvPr>
          <p:cNvSpPr>
            <a:spLocks noGrp="1"/>
          </p:cNvSpPr>
          <p:nvPr>
            <p:ph type="body" sz="quarter" idx="24"/>
          </p:nvPr>
        </p:nvSpPr>
        <p:spPr>
          <a:xfrm>
            <a:off x="457200" y="5700416"/>
            <a:ext cx="8229600" cy="339725"/>
          </a:xfrm>
        </p:spPr>
        <p:txBody>
          <a:bodyPr/>
          <a:lstStyle>
            <a:lvl1pPr indent="-255600">
              <a:defRPr sz="2400">
                <a:latin typeface="+mn-lt"/>
              </a:defRPr>
            </a:lvl1pPr>
            <a:lvl2pPr>
              <a:defRPr sz="2400">
                <a:latin typeface="+mn-lt"/>
              </a:defRPr>
            </a:lvl2pPr>
            <a:lvl3pPr>
              <a:defRPr sz="2400">
                <a:latin typeface="+mn-lt"/>
              </a:defRPr>
            </a:lvl3pPr>
            <a:lvl4pPr>
              <a:defRPr sz="2400">
                <a:latin typeface="+mn-lt"/>
              </a:defRPr>
            </a:lvl4pPr>
            <a:lvl5pPr>
              <a:defRPr sz="2400">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6" name="Text Placeholder 23">
            <a:extLst>
              <a:ext uri="{FF2B5EF4-FFF2-40B4-BE49-F238E27FC236}">
                <a16:creationId xmlns:a16="http://schemas.microsoft.com/office/drawing/2014/main" id="{B3B6AAB0-6065-4FA3-A3AA-83BA6E2EBF7A}"/>
              </a:ext>
            </a:extLst>
          </p:cNvPr>
          <p:cNvSpPr>
            <a:spLocks noGrp="1"/>
          </p:cNvSpPr>
          <p:nvPr>
            <p:ph type="body" sz="quarter" idx="25"/>
          </p:nvPr>
        </p:nvSpPr>
        <p:spPr>
          <a:xfrm>
            <a:off x="457200" y="6040141"/>
            <a:ext cx="8229600" cy="293687"/>
          </a:xfrm>
        </p:spPr>
        <p:txBody>
          <a:bodyPr/>
          <a:lstStyle>
            <a:lvl1pPr indent="-255600">
              <a:defRPr sz="2400">
                <a:latin typeface="+mn-lt"/>
              </a:defRPr>
            </a:lvl1pPr>
            <a:lvl2pPr>
              <a:defRPr sz="2400">
                <a:latin typeface="+mn-lt"/>
              </a:defRPr>
            </a:lvl2pPr>
            <a:lvl3pPr>
              <a:defRPr sz="2400">
                <a:latin typeface="+mn-lt"/>
              </a:defRPr>
            </a:lvl3pPr>
            <a:lvl4pPr>
              <a:defRPr sz="2400">
                <a:latin typeface="+mn-lt"/>
              </a:defRPr>
            </a:lvl4pPr>
            <a:lvl5pPr>
              <a:defRPr sz="2400">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7" name="Text Placeholder 26">
            <a:extLst>
              <a:ext uri="{FF2B5EF4-FFF2-40B4-BE49-F238E27FC236}">
                <a16:creationId xmlns:a16="http://schemas.microsoft.com/office/drawing/2014/main" id="{42911BE2-DFF9-412C-8B09-47EAAD1AE186}"/>
              </a:ext>
            </a:extLst>
          </p:cNvPr>
          <p:cNvSpPr>
            <a:spLocks noGrp="1"/>
          </p:cNvSpPr>
          <p:nvPr>
            <p:ph type="body" sz="quarter" idx="26"/>
          </p:nvPr>
        </p:nvSpPr>
        <p:spPr>
          <a:xfrm>
            <a:off x="457200" y="6333828"/>
            <a:ext cx="8229600" cy="339725"/>
          </a:xfrm>
        </p:spPr>
        <p:txBody>
          <a:bodyPr/>
          <a:lstStyle>
            <a:lvl1pPr indent="-255600">
              <a:defRPr sz="2400">
                <a:latin typeface="+mn-lt"/>
              </a:defRPr>
            </a:lvl1pPr>
            <a:lvl2pPr>
              <a:defRPr sz="2400">
                <a:latin typeface="+mn-lt"/>
              </a:defRPr>
            </a:lvl2pPr>
            <a:lvl3pPr>
              <a:defRPr sz="2400">
                <a:latin typeface="+mn-lt"/>
              </a:defRPr>
            </a:lvl3pPr>
            <a:lvl4pPr>
              <a:defRPr sz="2400">
                <a:latin typeface="+mn-lt"/>
              </a:defRPr>
            </a:lvl4pPr>
            <a:lvl5pPr>
              <a:defRPr sz="2400">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1445107209"/>
      </p:ext>
    </p:extLst>
  </p:cSld>
  <p:clrMapOvr>
    <a:masterClrMapping/>
  </p:clrMapOvr>
  <p:extLst>
    <p:ext uri="{DCECCB84-F9BA-43D5-87BE-67443E8EF086}">
      <p15:sldGuideLst xmlns:p15="http://schemas.microsoft.com/office/powerpoint/2012/main">
        <p15:guide id="1" orient="horz" pos="98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Figure + Caption">
    <p:spTree>
      <p:nvGrpSpPr>
        <p:cNvPr id="1" name="Shape 53"/>
        <p:cNvGrpSpPr/>
        <p:nvPr/>
      </p:nvGrpSpPr>
      <p:grpSpPr>
        <a:xfrm>
          <a:off x="0" y="0"/>
          <a:ext cx="0" cy="0"/>
          <a:chOff x="0" y="0"/>
          <a:chExt cx="0" cy="0"/>
        </a:xfrm>
      </p:grpSpPr>
      <p:sp>
        <p:nvSpPr>
          <p:cNvPr id="54" name="Tile Placeholder"/>
          <p:cNvSpPr txBox="1">
            <a:spLocks noGrp="1"/>
          </p:cNvSpPr>
          <p:nvPr>
            <p:ph type="title" hasCustomPrompt="1"/>
          </p:nvPr>
        </p:nvSpPr>
        <p:spPr>
          <a:xfrm>
            <a:off x="457200" y="241479"/>
            <a:ext cx="8229600" cy="106679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dirty="0"/>
              <a:t>Click to add figure number and title</a:t>
            </a:r>
            <a:endParaRPr dirty="0"/>
          </a:p>
        </p:txBody>
      </p:sp>
      <p:sp>
        <p:nvSpPr>
          <p:cNvPr id="3" name="Picture Placeholder 2">
            <a:extLst>
              <a:ext uri="{FF2B5EF4-FFF2-40B4-BE49-F238E27FC236}">
                <a16:creationId xmlns:a16="http://schemas.microsoft.com/office/drawing/2014/main" id="{AD3CB993-AC2C-41C5-BFB7-F2499EC1A14C}"/>
              </a:ext>
            </a:extLst>
          </p:cNvPr>
          <p:cNvSpPr>
            <a:spLocks noGrp="1"/>
          </p:cNvSpPr>
          <p:nvPr>
            <p:ph type="pic" sz="quarter" idx="13"/>
          </p:nvPr>
        </p:nvSpPr>
        <p:spPr>
          <a:xfrm>
            <a:off x="457200" y="1564404"/>
            <a:ext cx="8232775" cy="3417887"/>
          </a:xfrm>
        </p:spPr>
        <p:txBody>
          <a:bodyPr/>
          <a:lstStyle/>
          <a:p>
            <a:endParaRPr lang="en-US" dirty="0"/>
          </a:p>
        </p:txBody>
      </p:sp>
      <p:sp>
        <p:nvSpPr>
          <p:cNvPr id="55" name="Content Placeholder"/>
          <p:cNvSpPr txBox="1">
            <a:spLocks noGrp="1"/>
          </p:cNvSpPr>
          <p:nvPr>
            <p:ph type="body" idx="1" hasCustomPrompt="1"/>
          </p:nvPr>
        </p:nvSpPr>
        <p:spPr>
          <a:xfrm>
            <a:off x="457200" y="5102487"/>
            <a:ext cx="8229600" cy="1018367"/>
          </a:xfrm>
          <a:prstGeom prst="rect">
            <a:avLst/>
          </a:prstGeom>
          <a:noFill/>
          <a:ln>
            <a:noFill/>
          </a:ln>
        </p:spPr>
        <p:txBody>
          <a:bodyPr lIns="91425" tIns="91425" rIns="91425" bIns="91425" anchor="b" anchorCtr="0"/>
          <a:lstStyle>
            <a:lvl1pPr marL="0" marR="0" lvl="0" indent="0" algn="l" rtl="0">
              <a:spcBef>
                <a:spcPts val="0"/>
              </a:spcBef>
              <a:buClr>
                <a:srgbClr val="007FA3"/>
              </a:buClr>
              <a:buFont typeface="Arial"/>
              <a:buNone/>
              <a:defRPr sz="12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r>
              <a:rPr lang="en-US" dirty="0"/>
              <a:t>Click to add caption</a:t>
            </a:r>
            <a:endParaRPr dirty="0"/>
          </a:p>
        </p:txBody>
      </p:sp>
      <p:sp>
        <p:nvSpPr>
          <p:cNvPr id="57" name="Shape 57"/>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58" name="Shape 58"/>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dk1"/>
                </a:solidFill>
                <a:latin typeface="Arial"/>
                <a:ea typeface="Arial"/>
                <a:cs typeface="Arial"/>
                <a:sym typeface="Arial"/>
              </a:rPr>
              <a:t>‹#›</a:t>
            </a:fld>
            <a:endParaRPr lang="en-US" sz="9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88509755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Figure + Caption">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14F033AD-BE5C-406D-991C-6AC56003E70C}"/>
              </a:ext>
            </a:extLst>
          </p:cNvPr>
          <p:cNvSpPr>
            <a:spLocks noGrp="1"/>
          </p:cNvSpPr>
          <p:nvPr>
            <p:ph type="title" hasCustomPrompt="1"/>
          </p:nvPr>
        </p:nvSpPr>
        <p:spPr/>
        <p:txBody>
          <a:bodyPr/>
          <a:lstStyle>
            <a:lvl1pPr>
              <a:defRPr sz="3600">
                <a:latin typeface="+mj-lt"/>
              </a:defRPr>
            </a:lvl1pPr>
          </a:lstStyle>
          <a:p>
            <a:r>
              <a:rPr lang="en-US" dirty="0"/>
              <a:t>Click to add figure number and title</a:t>
            </a:r>
          </a:p>
        </p:txBody>
      </p:sp>
      <p:sp>
        <p:nvSpPr>
          <p:cNvPr id="7" name="Content Placeholder 6">
            <a:extLst>
              <a:ext uri="{FF2B5EF4-FFF2-40B4-BE49-F238E27FC236}">
                <a16:creationId xmlns:a16="http://schemas.microsoft.com/office/drawing/2014/main" id="{9E6B7D3D-89C9-4133-8D8A-D779EB3D311D}"/>
              </a:ext>
            </a:extLst>
          </p:cNvPr>
          <p:cNvSpPr>
            <a:spLocks noGrp="1"/>
          </p:cNvSpPr>
          <p:nvPr>
            <p:ph sz="quarter" idx="13" hasCustomPrompt="1"/>
          </p:nvPr>
        </p:nvSpPr>
        <p:spPr>
          <a:xfrm>
            <a:off x="457200" y="1558412"/>
            <a:ext cx="4484688" cy="3754437"/>
          </a:xfrm>
        </p:spPr>
        <p:txBody>
          <a:bodyPr/>
          <a:lstStyle>
            <a:lvl1pPr>
              <a:defRPr/>
            </a:lvl1pPr>
          </a:lstStyle>
          <a:p>
            <a:pPr lvl="0"/>
            <a:r>
              <a:rPr lang="en-US" dirty="0"/>
              <a:t>Figure</a:t>
            </a:r>
          </a:p>
        </p:txBody>
      </p:sp>
      <p:sp>
        <p:nvSpPr>
          <p:cNvPr id="12" name="Content Placeholder 11">
            <a:extLst>
              <a:ext uri="{FF2B5EF4-FFF2-40B4-BE49-F238E27FC236}">
                <a16:creationId xmlns:a16="http://schemas.microsoft.com/office/drawing/2014/main" id="{5CAF3FDC-1BE7-4A19-A3D7-02B55407B90B}"/>
              </a:ext>
            </a:extLst>
          </p:cNvPr>
          <p:cNvSpPr>
            <a:spLocks noGrp="1"/>
          </p:cNvSpPr>
          <p:nvPr>
            <p:ph sz="quarter" idx="15"/>
          </p:nvPr>
        </p:nvSpPr>
        <p:spPr>
          <a:xfrm>
            <a:off x="5048250" y="1558412"/>
            <a:ext cx="3638550" cy="3754437"/>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7">
            <a:extLst>
              <a:ext uri="{FF2B5EF4-FFF2-40B4-BE49-F238E27FC236}">
                <a16:creationId xmlns:a16="http://schemas.microsoft.com/office/drawing/2014/main" id="{BF40E849-7663-4A75-9BC8-012C23AC44DF}"/>
              </a:ext>
            </a:extLst>
          </p:cNvPr>
          <p:cNvSpPr>
            <a:spLocks noGrp="1"/>
          </p:cNvSpPr>
          <p:nvPr>
            <p:ph sz="quarter" idx="14" hasCustomPrompt="1"/>
          </p:nvPr>
        </p:nvSpPr>
        <p:spPr>
          <a:xfrm>
            <a:off x="457200" y="5420799"/>
            <a:ext cx="8229600" cy="533400"/>
          </a:xfrm>
        </p:spPr>
        <p:txBody>
          <a:bodyPr/>
          <a:lstStyle>
            <a:lvl1pPr>
              <a:defRPr/>
            </a:lvl1pPr>
          </a:lstStyle>
          <a:p>
            <a:pPr lvl="0"/>
            <a:r>
              <a:rPr lang="en-US" dirty="0"/>
              <a:t>Caption</a:t>
            </a:r>
          </a:p>
        </p:txBody>
      </p:sp>
      <p:sp>
        <p:nvSpPr>
          <p:cNvPr id="3" name="Date Placeholder 2">
            <a:extLst>
              <a:ext uri="{FF2B5EF4-FFF2-40B4-BE49-F238E27FC236}">
                <a16:creationId xmlns:a16="http://schemas.microsoft.com/office/drawing/2014/main" id="{A50D4E5D-00F7-4DC6-9BB0-713B8A0DA354}"/>
              </a:ext>
            </a:extLst>
          </p:cNvPr>
          <p:cNvSpPr>
            <a:spLocks noGrp="1"/>
          </p:cNvSpPr>
          <p:nvPr>
            <p:ph type="dt" idx="10"/>
          </p:nvPr>
        </p:nvSpPr>
        <p:spPr/>
        <p:txBody>
          <a:bodyPr/>
          <a:lstStyle/>
          <a:p>
            <a:endParaRPr lang="en-US" dirty="0"/>
          </a:p>
        </p:txBody>
      </p:sp>
      <p:sp>
        <p:nvSpPr>
          <p:cNvPr id="4" name="Slide Number Placeholder 3">
            <a:extLst>
              <a:ext uri="{FF2B5EF4-FFF2-40B4-BE49-F238E27FC236}">
                <a16:creationId xmlns:a16="http://schemas.microsoft.com/office/drawing/2014/main" id="{18AF4094-2296-458C-908A-D778D0DF5AFA}"/>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166042820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Label Layout 1">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065091D3-E16C-46AB-9A90-0F52CA812534}"/>
              </a:ext>
            </a:extLst>
          </p:cNvPr>
          <p:cNvSpPr>
            <a:spLocks noGrp="1"/>
          </p:cNvSpPr>
          <p:nvPr>
            <p:ph type="title" hasCustomPrompt="1"/>
          </p:nvPr>
        </p:nvSpPr>
        <p:spPr/>
        <p:txBody>
          <a:bodyPr/>
          <a:lstStyle>
            <a:lvl1pPr>
              <a:defRPr sz="3600">
                <a:latin typeface="+mj-lt"/>
              </a:defRPr>
            </a:lvl1pPr>
          </a:lstStyle>
          <a:p>
            <a:r>
              <a:rPr lang="en-US" dirty="0"/>
              <a:t>Click to add title</a:t>
            </a:r>
          </a:p>
        </p:txBody>
      </p:sp>
      <p:sp>
        <p:nvSpPr>
          <p:cNvPr id="7" name="Image title">
            <a:extLst>
              <a:ext uri="{FF2B5EF4-FFF2-40B4-BE49-F238E27FC236}">
                <a16:creationId xmlns:a16="http://schemas.microsoft.com/office/drawing/2014/main" id="{CB345607-C53C-44AF-8929-3BDC4C617AB6}"/>
              </a:ext>
            </a:extLst>
          </p:cNvPr>
          <p:cNvSpPr>
            <a:spLocks noGrp="1"/>
          </p:cNvSpPr>
          <p:nvPr>
            <p:ph type="body" sz="quarter" idx="13" hasCustomPrompt="1"/>
          </p:nvPr>
        </p:nvSpPr>
        <p:spPr>
          <a:xfrm>
            <a:off x="2982913" y="4359275"/>
            <a:ext cx="3482975" cy="600075"/>
          </a:xfrm>
        </p:spPr>
        <p:txBody>
          <a:bodyPr/>
          <a:lstStyle>
            <a:lvl1pPr marL="101600" indent="0">
              <a:buNone/>
              <a:defRPr/>
            </a:lvl1pPr>
          </a:lstStyle>
          <a:p>
            <a:pPr lvl="0"/>
            <a:r>
              <a:rPr lang="en-US" dirty="0"/>
              <a:t>Image title</a:t>
            </a:r>
          </a:p>
        </p:txBody>
      </p:sp>
      <p:sp>
        <p:nvSpPr>
          <p:cNvPr id="9" name="Image">
            <a:extLst>
              <a:ext uri="{FF2B5EF4-FFF2-40B4-BE49-F238E27FC236}">
                <a16:creationId xmlns:a16="http://schemas.microsoft.com/office/drawing/2014/main" id="{C2661E64-2E71-47E6-A5A0-AC5348C08F51}"/>
              </a:ext>
            </a:extLst>
          </p:cNvPr>
          <p:cNvSpPr>
            <a:spLocks noGrp="1"/>
          </p:cNvSpPr>
          <p:nvPr>
            <p:ph type="pic" sz="quarter" idx="14" hasCustomPrompt="1"/>
          </p:nvPr>
        </p:nvSpPr>
        <p:spPr>
          <a:xfrm>
            <a:off x="2982912" y="1681163"/>
            <a:ext cx="3482975" cy="2559050"/>
          </a:xfrm>
        </p:spPr>
        <p:txBody>
          <a:bodyPr/>
          <a:lstStyle>
            <a:lvl1pPr marL="101600" indent="0">
              <a:buNone/>
              <a:defRPr/>
            </a:lvl1pPr>
          </a:lstStyle>
          <a:p>
            <a:r>
              <a:rPr lang="en-US" dirty="0"/>
              <a:t>Image</a:t>
            </a:r>
          </a:p>
        </p:txBody>
      </p:sp>
      <p:sp>
        <p:nvSpPr>
          <p:cNvPr id="11" name="Label 1">
            <a:extLst>
              <a:ext uri="{FF2B5EF4-FFF2-40B4-BE49-F238E27FC236}">
                <a16:creationId xmlns:a16="http://schemas.microsoft.com/office/drawing/2014/main" id="{3D0F2ED9-E212-40DC-A528-BE4A28DE88FD}"/>
              </a:ext>
            </a:extLst>
          </p:cNvPr>
          <p:cNvSpPr>
            <a:spLocks noGrp="1"/>
          </p:cNvSpPr>
          <p:nvPr>
            <p:ph type="body" sz="quarter" idx="15" hasCustomPrompt="1"/>
          </p:nvPr>
        </p:nvSpPr>
        <p:spPr>
          <a:xfrm>
            <a:off x="808109" y="1681163"/>
            <a:ext cx="1220716" cy="627062"/>
          </a:xfrm>
        </p:spPr>
        <p:txBody>
          <a:bodyPr/>
          <a:lstStyle>
            <a:lvl1pPr marL="101600" indent="0">
              <a:buNone/>
              <a:defRPr/>
            </a:lvl1pPr>
          </a:lstStyle>
          <a:p>
            <a:pPr lvl="0"/>
            <a:r>
              <a:rPr lang="en-US" dirty="0"/>
              <a:t>Label 1</a:t>
            </a:r>
          </a:p>
        </p:txBody>
      </p:sp>
      <p:sp>
        <p:nvSpPr>
          <p:cNvPr id="13" name="Label 2">
            <a:extLst>
              <a:ext uri="{FF2B5EF4-FFF2-40B4-BE49-F238E27FC236}">
                <a16:creationId xmlns:a16="http://schemas.microsoft.com/office/drawing/2014/main" id="{E8D9AEEF-5E99-48D4-B8C3-C5A995764DCA}"/>
              </a:ext>
            </a:extLst>
          </p:cNvPr>
          <p:cNvSpPr>
            <a:spLocks noGrp="1"/>
          </p:cNvSpPr>
          <p:nvPr>
            <p:ph type="body" sz="quarter" idx="16" hasCustomPrompt="1"/>
          </p:nvPr>
        </p:nvSpPr>
        <p:spPr>
          <a:xfrm>
            <a:off x="808109" y="2647157"/>
            <a:ext cx="1206500" cy="627062"/>
          </a:xfrm>
        </p:spPr>
        <p:txBody>
          <a:bodyPr/>
          <a:lstStyle>
            <a:lvl1pPr marL="101600" indent="0">
              <a:buNone/>
              <a:defRPr/>
            </a:lvl1pPr>
          </a:lstStyle>
          <a:p>
            <a:pPr lvl="0"/>
            <a:r>
              <a:rPr lang="en-US" dirty="0"/>
              <a:t>Label 2</a:t>
            </a:r>
          </a:p>
        </p:txBody>
      </p:sp>
      <p:sp>
        <p:nvSpPr>
          <p:cNvPr id="15" name="Label 3">
            <a:extLst>
              <a:ext uri="{FF2B5EF4-FFF2-40B4-BE49-F238E27FC236}">
                <a16:creationId xmlns:a16="http://schemas.microsoft.com/office/drawing/2014/main" id="{99D329CE-18C4-40A9-A508-1684979AC205}"/>
              </a:ext>
            </a:extLst>
          </p:cNvPr>
          <p:cNvSpPr>
            <a:spLocks noGrp="1"/>
          </p:cNvSpPr>
          <p:nvPr>
            <p:ph type="body" sz="quarter" idx="17" hasCustomPrompt="1"/>
          </p:nvPr>
        </p:nvSpPr>
        <p:spPr>
          <a:xfrm>
            <a:off x="808109" y="3613151"/>
            <a:ext cx="1206500" cy="627062"/>
          </a:xfrm>
        </p:spPr>
        <p:txBody>
          <a:bodyPr/>
          <a:lstStyle>
            <a:lvl1pPr marL="101600" indent="0">
              <a:buNone/>
              <a:defRPr/>
            </a:lvl1pPr>
          </a:lstStyle>
          <a:p>
            <a:pPr lvl="0"/>
            <a:r>
              <a:rPr lang="en-US" dirty="0"/>
              <a:t>Label 3</a:t>
            </a:r>
          </a:p>
        </p:txBody>
      </p:sp>
      <p:sp>
        <p:nvSpPr>
          <p:cNvPr id="17" name="Label 4">
            <a:extLst>
              <a:ext uri="{FF2B5EF4-FFF2-40B4-BE49-F238E27FC236}">
                <a16:creationId xmlns:a16="http://schemas.microsoft.com/office/drawing/2014/main" id="{AAE735D1-F9F4-4525-9ED5-F10A99DECCB8}"/>
              </a:ext>
            </a:extLst>
          </p:cNvPr>
          <p:cNvSpPr>
            <a:spLocks noGrp="1"/>
          </p:cNvSpPr>
          <p:nvPr>
            <p:ph type="body" sz="quarter" idx="18" hasCustomPrompt="1"/>
          </p:nvPr>
        </p:nvSpPr>
        <p:spPr>
          <a:xfrm>
            <a:off x="7381874" y="1681163"/>
            <a:ext cx="1304925" cy="627062"/>
          </a:xfrm>
        </p:spPr>
        <p:txBody>
          <a:bodyPr/>
          <a:lstStyle>
            <a:lvl1pPr marL="101600" indent="0">
              <a:buNone/>
              <a:defRPr/>
            </a:lvl1pPr>
          </a:lstStyle>
          <a:p>
            <a:pPr lvl="0"/>
            <a:r>
              <a:rPr lang="en-US" dirty="0"/>
              <a:t>Label 4</a:t>
            </a:r>
          </a:p>
        </p:txBody>
      </p:sp>
      <p:sp>
        <p:nvSpPr>
          <p:cNvPr id="19" name="Label 5">
            <a:extLst>
              <a:ext uri="{FF2B5EF4-FFF2-40B4-BE49-F238E27FC236}">
                <a16:creationId xmlns:a16="http://schemas.microsoft.com/office/drawing/2014/main" id="{43259E0C-9247-446E-9183-FBF70F8FD41C}"/>
              </a:ext>
            </a:extLst>
          </p:cNvPr>
          <p:cNvSpPr>
            <a:spLocks noGrp="1"/>
          </p:cNvSpPr>
          <p:nvPr>
            <p:ph type="body" sz="quarter" idx="19" hasCustomPrompt="1"/>
          </p:nvPr>
        </p:nvSpPr>
        <p:spPr>
          <a:xfrm>
            <a:off x="7381874" y="2651590"/>
            <a:ext cx="1304925" cy="618196"/>
          </a:xfrm>
        </p:spPr>
        <p:txBody>
          <a:bodyPr/>
          <a:lstStyle>
            <a:lvl1pPr marL="101600" indent="0">
              <a:buNone/>
              <a:defRPr/>
            </a:lvl1pPr>
          </a:lstStyle>
          <a:p>
            <a:pPr lvl="0"/>
            <a:r>
              <a:rPr lang="en-US" dirty="0"/>
              <a:t>Label 5</a:t>
            </a:r>
          </a:p>
        </p:txBody>
      </p:sp>
      <p:sp>
        <p:nvSpPr>
          <p:cNvPr id="21" name="Label 6">
            <a:extLst>
              <a:ext uri="{FF2B5EF4-FFF2-40B4-BE49-F238E27FC236}">
                <a16:creationId xmlns:a16="http://schemas.microsoft.com/office/drawing/2014/main" id="{111F58DF-A1C1-4DD6-ADE5-FC54A39F6757}"/>
              </a:ext>
            </a:extLst>
          </p:cNvPr>
          <p:cNvSpPr>
            <a:spLocks noGrp="1"/>
          </p:cNvSpPr>
          <p:nvPr>
            <p:ph type="body" sz="quarter" idx="20" hasCustomPrompt="1"/>
          </p:nvPr>
        </p:nvSpPr>
        <p:spPr>
          <a:xfrm>
            <a:off x="7381874" y="3613151"/>
            <a:ext cx="1304925" cy="627063"/>
          </a:xfrm>
        </p:spPr>
        <p:txBody>
          <a:bodyPr/>
          <a:lstStyle>
            <a:lvl1pPr marL="101600" indent="0">
              <a:buNone/>
              <a:defRPr/>
            </a:lvl1pPr>
          </a:lstStyle>
          <a:p>
            <a:pPr lvl="0"/>
            <a:r>
              <a:rPr lang="en-US" dirty="0"/>
              <a:t>Label 6</a:t>
            </a:r>
          </a:p>
        </p:txBody>
      </p:sp>
      <p:sp>
        <p:nvSpPr>
          <p:cNvPr id="3" name="Date Placeholder 2">
            <a:extLst>
              <a:ext uri="{FF2B5EF4-FFF2-40B4-BE49-F238E27FC236}">
                <a16:creationId xmlns:a16="http://schemas.microsoft.com/office/drawing/2014/main" id="{D0CEC9E9-2CDA-42DF-A6E1-55B455A7E67B}"/>
              </a:ext>
            </a:extLst>
          </p:cNvPr>
          <p:cNvSpPr>
            <a:spLocks noGrp="1"/>
          </p:cNvSpPr>
          <p:nvPr>
            <p:ph type="dt" idx="10"/>
          </p:nvPr>
        </p:nvSpPr>
        <p:spPr/>
        <p:txBody>
          <a:bodyPr/>
          <a:lstStyle/>
          <a:p>
            <a:endParaRPr lang="en-US" dirty="0"/>
          </a:p>
        </p:txBody>
      </p:sp>
      <p:sp>
        <p:nvSpPr>
          <p:cNvPr id="4" name="Slide Number Placeholder 3">
            <a:extLst>
              <a:ext uri="{FF2B5EF4-FFF2-40B4-BE49-F238E27FC236}">
                <a16:creationId xmlns:a16="http://schemas.microsoft.com/office/drawing/2014/main" id="{5429F10E-ACBA-4EA4-B23A-AC32FC5A681B}"/>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202789916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Label Layout 2">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5AF36A59-5DE4-46F3-8035-460E546D5673}"/>
              </a:ext>
            </a:extLst>
          </p:cNvPr>
          <p:cNvSpPr>
            <a:spLocks noGrp="1"/>
          </p:cNvSpPr>
          <p:nvPr>
            <p:ph type="title"/>
          </p:nvPr>
        </p:nvSpPr>
        <p:spPr/>
        <p:txBody>
          <a:bodyPr/>
          <a:lstStyle>
            <a:lvl1pPr>
              <a:defRPr sz="3600">
                <a:latin typeface="+mj-lt"/>
              </a:defRPr>
            </a:lvl1pPr>
          </a:lstStyle>
          <a:p>
            <a:r>
              <a:rPr lang="en-US" dirty="0"/>
              <a:t>Click to edit Master title style</a:t>
            </a:r>
          </a:p>
        </p:txBody>
      </p:sp>
      <p:sp>
        <p:nvSpPr>
          <p:cNvPr id="7" name="Image 1 title">
            <a:extLst>
              <a:ext uri="{FF2B5EF4-FFF2-40B4-BE49-F238E27FC236}">
                <a16:creationId xmlns:a16="http://schemas.microsoft.com/office/drawing/2014/main" id="{2BEC12FB-EC67-436F-875F-0A306862EF78}"/>
              </a:ext>
            </a:extLst>
          </p:cNvPr>
          <p:cNvSpPr>
            <a:spLocks noGrp="1"/>
          </p:cNvSpPr>
          <p:nvPr>
            <p:ph type="body" sz="quarter" idx="13" hasCustomPrompt="1"/>
          </p:nvPr>
        </p:nvSpPr>
        <p:spPr>
          <a:xfrm>
            <a:off x="457201" y="4392613"/>
            <a:ext cx="2107323" cy="504825"/>
          </a:xfrm>
        </p:spPr>
        <p:txBody>
          <a:bodyPr/>
          <a:lstStyle>
            <a:lvl1pPr marL="101600" indent="0">
              <a:buNone/>
              <a:defRPr/>
            </a:lvl1pPr>
          </a:lstStyle>
          <a:p>
            <a:pPr lvl="0"/>
            <a:r>
              <a:rPr lang="en-US" dirty="0"/>
              <a:t>Image 1 title</a:t>
            </a:r>
          </a:p>
        </p:txBody>
      </p:sp>
      <p:sp>
        <p:nvSpPr>
          <p:cNvPr id="9" name="Image 1">
            <a:extLst>
              <a:ext uri="{FF2B5EF4-FFF2-40B4-BE49-F238E27FC236}">
                <a16:creationId xmlns:a16="http://schemas.microsoft.com/office/drawing/2014/main" id="{1E9C9C32-F8ED-4AA8-AA00-26A2357E73E9}"/>
              </a:ext>
            </a:extLst>
          </p:cNvPr>
          <p:cNvSpPr>
            <a:spLocks noGrp="1"/>
          </p:cNvSpPr>
          <p:nvPr>
            <p:ph type="pic" sz="quarter" idx="14" hasCustomPrompt="1"/>
          </p:nvPr>
        </p:nvSpPr>
        <p:spPr>
          <a:xfrm>
            <a:off x="457200" y="1817688"/>
            <a:ext cx="2107324" cy="2386012"/>
          </a:xfrm>
        </p:spPr>
        <p:txBody>
          <a:bodyPr/>
          <a:lstStyle>
            <a:lvl1pPr marL="101600" indent="0">
              <a:buNone/>
              <a:defRPr/>
            </a:lvl1pPr>
          </a:lstStyle>
          <a:p>
            <a:r>
              <a:rPr lang="en-US" dirty="0"/>
              <a:t>Image 1</a:t>
            </a:r>
          </a:p>
        </p:txBody>
      </p:sp>
      <p:sp>
        <p:nvSpPr>
          <p:cNvPr id="11" name="Label 1.1">
            <a:extLst>
              <a:ext uri="{FF2B5EF4-FFF2-40B4-BE49-F238E27FC236}">
                <a16:creationId xmlns:a16="http://schemas.microsoft.com/office/drawing/2014/main" id="{BD50A136-2F5A-4764-ADDC-D48D703981CC}"/>
              </a:ext>
            </a:extLst>
          </p:cNvPr>
          <p:cNvSpPr>
            <a:spLocks noGrp="1"/>
          </p:cNvSpPr>
          <p:nvPr>
            <p:ph type="body" sz="quarter" idx="15" hasCustomPrompt="1"/>
          </p:nvPr>
        </p:nvSpPr>
        <p:spPr>
          <a:xfrm>
            <a:off x="2774622" y="1794947"/>
            <a:ext cx="1534619" cy="591855"/>
          </a:xfrm>
        </p:spPr>
        <p:txBody>
          <a:bodyPr/>
          <a:lstStyle>
            <a:lvl1pPr marL="101600" indent="0">
              <a:buNone/>
              <a:defRPr/>
            </a:lvl1pPr>
          </a:lstStyle>
          <a:p>
            <a:pPr lvl="0"/>
            <a:r>
              <a:rPr lang="en-US" dirty="0"/>
              <a:t>Label 1.1</a:t>
            </a:r>
          </a:p>
        </p:txBody>
      </p:sp>
      <p:sp>
        <p:nvSpPr>
          <p:cNvPr id="13" name="Label 1.2">
            <a:extLst>
              <a:ext uri="{FF2B5EF4-FFF2-40B4-BE49-F238E27FC236}">
                <a16:creationId xmlns:a16="http://schemas.microsoft.com/office/drawing/2014/main" id="{16926224-3F90-4884-9AC1-A5381D78801B}"/>
              </a:ext>
            </a:extLst>
          </p:cNvPr>
          <p:cNvSpPr>
            <a:spLocks noGrp="1"/>
          </p:cNvSpPr>
          <p:nvPr>
            <p:ph type="body" sz="quarter" idx="16" hasCustomPrompt="1"/>
          </p:nvPr>
        </p:nvSpPr>
        <p:spPr>
          <a:xfrm>
            <a:off x="2774622" y="2707481"/>
            <a:ext cx="1534619" cy="606425"/>
          </a:xfrm>
        </p:spPr>
        <p:txBody>
          <a:bodyPr/>
          <a:lstStyle>
            <a:lvl1pPr marL="101600" indent="0">
              <a:buNone/>
              <a:defRPr/>
            </a:lvl1pPr>
          </a:lstStyle>
          <a:p>
            <a:pPr lvl="0"/>
            <a:r>
              <a:rPr lang="en-US" dirty="0"/>
              <a:t>Label 1.2</a:t>
            </a:r>
          </a:p>
        </p:txBody>
      </p:sp>
      <p:sp>
        <p:nvSpPr>
          <p:cNvPr id="15" name="Label 1.3">
            <a:extLst>
              <a:ext uri="{FF2B5EF4-FFF2-40B4-BE49-F238E27FC236}">
                <a16:creationId xmlns:a16="http://schemas.microsoft.com/office/drawing/2014/main" id="{D4719473-9C3F-493C-B20E-27CDBBA38B68}"/>
              </a:ext>
            </a:extLst>
          </p:cNvPr>
          <p:cNvSpPr>
            <a:spLocks noGrp="1"/>
          </p:cNvSpPr>
          <p:nvPr>
            <p:ph type="body" sz="quarter" idx="17" hasCustomPrompt="1"/>
          </p:nvPr>
        </p:nvSpPr>
        <p:spPr>
          <a:xfrm>
            <a:off x="2774622" y="3597275"/>
            <a:ext cx="1534619" cy="606425"/>
          </a:xfrm>
        </p:spPr>
        <p:txBody>
          <a:bodyPr/>
          <a:lstStyle>
            <a:lvl1pPr marL="101600" indent="0">
              <a:buNone/>
              <a:defRPr/>
            </a:lvl1pPr>
          </a:lstStyle>
          <a:p>
            <a:pPr lvl="0"/>
            <a:r>
              <a:rPr lang="en-US" dirty="0"/>
              <a:t>Label 1.3</a:t>
            </a:r>
          </a:p>
        </p:txBody>
      </p:sp>
      <p:sp>
        <p:nvSpPr>
          <p:cNvPr id="17" name="Image 2 title">
            <a:extLst>
              <a:ext uri="{FF2B5EF4-FFF2-40B4-BE49-F238E27FC236}">
                <a16:creationId xmlns:a16="http://schemas.microsoft.com/office/drawing/2014/main" id="{DC526974-AF8C-4228-AAAA-33D0B8AB71C7}"/>
              </a:ext>
            </a:extLst>
          </p:cNvPr>
          <p:cNvSpPr>
            <a:spLocks noGrp="1"/>
          </p:cNvSpPr>
          <p:nvPr>
            <p:ph type="body" sz="quarter" idx="18" hasCustomPrompt="1"/>
          </p:nvPr>
        </p:nvSpPr>
        <p:spPr>
          <a:xfrm>
            <a:off x="4931596" y="4347439"/>
            <a:ext cx="2107323" cy="504825"/>
          </a:xfrm>
        </p:spPr>
        <p:txBody>
          <a:bodyPr/>
          <a:lstStyle>
            <a:lvl1pPr marL="101600" indent="0">
              <a:buNone/>
              <a:defRPr/>
            </a:lvl1pPr>
          </a:lstStyle>
          <a:p>
            <a:pPr lvl="0"/>
            <a:r>
              <a:rPr lang="en-US" dirty="0"/>
              <a:t>Image 2 title</a:t>
            </a:r>
          </a:p>
        </p:txBody>
      </p:sp>
      <p:sp>
        <p:nvSpPr>
          <p:cNvPr id="19" name="Image 2">
            <a:extLst>
              <a:ext uri="{FF2B5EF4-FFF2-40B4-BE49-F238E27FC236}">
                <a16:creationId xmlns:a16="http://schemas.microsoft.com/office/drawing/2014/main" id="{812D2BB4-4991-47F8-9E82-9C9B41B052FB}"/>
              </a:ext>
            </a:extLst>
          </p:cNvPr>
          <p:cNvSpPr>
            <a:spLocks noGrp="1"/>
          </p:cNvSpPr>
          <p:nvPr>
            <p:ph type="pic" sz="quarter" idx="19" hasCustomPrompt="1"/>
          </p:nvPr>
        </p:nvSpPr>
        <p:spPr>
          <a:xfrm>
            <a:off x="4931596" y="1806537"/>
            <a:ext cx="2107323" cy="2397164"/>
          </a:xfrm>
        </p:spPr>
        <p:txBody>
          <a:bodyPr/>
          <a:lstStyle>
            <a:lvl1pPr marL="101600" indent="0">
              <a:buNone/>
              <a:defRPr/>
            </a:lvl1pPr>
          </a:lstStyle>
          <a:p>
            <a:r>
              <a:rPr lang="en-US" dirty="0"/>
              <a:t>Image 2</a:t>
            </a:r>
          </a:p>
        </p:txBody>
      </p:sp>
      <p:sp>
        <p:nvSpPr>
          <p:cNvPr id="21" name="Label 2.1">
            <a:extLst>
              <a:ext uri="{FF2B5EF4-FFF2-40B4-BE49-F238E27FC236}">
                <a16:creationId xmlns:a16="http://schemas.microsoft.com/office/drawing/2014/main" id="{15D9E78D-62D4-4D7C-8E37-E1A000DA23A2}"/>
              </a:ext>
            </a:extLst>
          </p:cNvPr>
          <p:cNvSpPr>
            <a:spLocks noGrp="1"/>
          </p:cNvSpPr>
          <p:nvPr>
            <p:ph type="body" sz="quarter" idx="20" hasCustomPrompt="1"/>
          </p:nvPr>
        </p:nvSpPr>
        <p:spPr>
          <a:xfrm>
            <a:off x="7304580" y="1794947"/>
            <a:ext cx="1534619" cy="608524"/>
          </a:xfrm>
        </p:spPr>
        <p:txBody>
          <a:bodyPr/>
          <a:lstStyle>
            <a:lvl1pPr marL="101600" indent="0">
              <a:buNone/>
              <a:defRPr/>
            </a:lvl1pPr>
          </a:lstStyle>
          <a:p>
            <a:pPr lvl="0"/>
            <a:r>
              <a:rPr lang="en-US" dirty="0"/>
              <a:t>Label 2.1</a:t>
            </a:r>
          </a:p>
        </p:txBody>
      </p:sp>
      <p:sp>
        <p:nvSpPr>
          <p:cNvPr id="23" name="Label 2.2">
            <a:extLst>
              <a:ext uri="{FF2B5EF4-FFF2-40B4-BE49-F238E27FC236}">
                <a16:creationId xmlns:a16="http://schemas.microsoft.com/office/drawing/2014/main" id="{0ECEA5DA-0702-46DA-A4DD-66B7E7FF424B}"/>
              </a:ext>
            </a:extLst>
          </p:cNvPr>
          <p:cNvSpPr>
            <a:spLocks noGrp="1"/>
          </p:cNvSpPr>
          <p:nvPr>
            <p:ph type="body" sz="quarter" idx="21" hasCustomPrompt="1"/>
          </p:nvPr>
        </p:nvSpPr>
        <p:spPr>
          <a:xfrm>
            <a:off x="7304579" y="2707481"/>
            <a:ext cx="1534619" cy="608524"/>
          </a:xfrm>
        </p:spPr>
        <p:txBody>
          <a:bodyPr/>
          <a:lstStyle>
            <a:lvl1pPr marL="101600" indent="0">
              <a:buNone/>
              <a:defRPr/>
            </a:lvl1pPr>
          </a:lstStyle>
          <a:p>
            <a:pPr lvl="0"/>
            <a:r>
              <a:rPr lang="en-US" dirty="0"/>
              <a:t>Label 2.2</a:t>
            </a:r>
          </a:p>
        </p:txBody>
      </p:sp>
      <p:sp>
        <p:nvSpPr>
          <p:cNvPr id="25" name="Label 2.3">
            <a:extLst>
              <a:ext uri="{FF2B5EF4-FFF2-40B4-BE49-F238E27FC236}">
                <a16:creationId xmlns:a16="http://schemas.microsoft.com/office/drawing/2014/main" id="{64C63D68-E200-46DF-8E34-92DC66FE879B}"/>
              </a:ext>
            </a:extLst>
          </p:cNvPr>
          <p:cNvSpPr>
            <a:spLocks noGrp="1"/>
          </p:cNvSpPr>
          <p:nvPr>
            <p:ph type="body" sz="quarter" idx="22" hasCustomPrompt="1"/>
          </p:nvPr>
        </p:nvSpPr>
        <p:spPr>
          <a:xfrm>
            <a:off x="7304579" y="3579818"/>
            <a:ext cx="1534620" cy="608524"/>
          </a:xfrm>
        </p:spPr>
        <p:txBody>
          <a:bodyPr/>
          <a:lstStyle>
            <a:lvl1pPr marL="101600" indent="0">
              <a:buNone/>
              <a:defRPr/>
            </a:lvl1pPr>
          </a:lstStyle>
          <a:p>
            <a:pPr lvl="0"/>
            <a:r>
              <a:rPr lang="en-US" dirty="0"/>
              <a:t>Label 2.3</a:t>
            </a:r>
          </a:p>
        </p:txBody>
      </p:sp>
      <p:sp>
        <p:nvSpPr>
          <p:cNvPr id="3" name="Date Placeholder 2">
            <a:extLst>
              <a:ext uri="{FF2B5EF4-FFF2-40B4-BE49-F238E27FC236}">
                <a16:creationId xmlns:a16="http://schemas.microsoft.com/office/drawing/2014/main" id="{D8A4DA0A-BA94-4C4E-A521-FB23D113A856}"/>
              </a:ext>
            </a:extLst>
          </p:cNvPr>
          <p:cNvSpPr>
            <a:spLocks noGrp="1"/>
          </p:cNvSpPr>
          <p:nvPr>
            <p:ph type="dt" idx="10"/>
          </p:nvPr>
        </p:nvSpPr>
        <p:spPr/>
        <p:txBody>
          <a:bodyPr/>
          <a:lstStyle/>
          <a:p>
            <a:endParaRPr lang="en-US" dirty="0"/>
          </a:p>
        </p:txBody>
      </p:sp>
      <p:sp>
        <p:nvSpPr>
          <p:cNvPr id="4" name="Slide Number Placeholder 3">
            <a:extLst>
              <a:ext uri="{FF2B5EF4-FFF2-40B4-BE49-F238E27FC236}">
                <a16:creationId xmlns:a16="http://schemas.microsoft.com/office/drawing/2014/main" id="{44569933-5FC5-4C73-96ED-E1AC0FC867FE}"/>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64872148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Shape 68"/>
        <p:cNvGrpSpPr/>
        <p:nvPr/>
      </p:nvGrpSpPr>
      <p:grpSpPr>
        <a:xfrm>
          <a:off x="0" y="0"/>
          <a:ext cx="0" cy="0"/>
          <a:chOff x="0" y="0"/>
          <a:chExt cx="0" cy="0"/>
        </a:xfrm>
      </p:grpSpPr>
      <p:sp>
        <p:nvSpPr>
          <p:cNvPr id="69" name="Title Placeholder"/>
          <p:cNvSpPr txBox="1">
            <a:spLocks noGrp="1"/>
          </p:cNvSpPr>
          <p:nvPr>
            <p:ph type="title" hasCustomPrompt="1"/>
          </p:nvPr>
        </p:nvSpPr>
        <p:spPr>
          <a:xfrm>
            <a:off x="685800" y="1447800"/>
            <a:ext cx="7772400" cy="2152651"/>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	</a:t>
            </a:r>
            <a:endParaRPr dirty="0"/>
          </a:p>
        </p:txBody>
      </p:sp>
      <p:sp>
        <p:nvSpPr>
          <p:cNvPr id="70" name="Content Placeholder"/>
          <p:cNvSpPr txBox="1">
            <a:spLocks noGrp="1"/>
          </p:cNvSpPr>
          <p:nvPr>
            <p:ph type="body" idx="1"/>
          </p:nvPr>
        </p:nvSpPr>
        <p:spPr>
          <a:xfrm>
            <a:off x="674687" y="3962400"/>
            <a:ext cx="7794626"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1600" b="0" i="0" u="none" strike="noStrike" cap="none">
                <a:solidFill>
                  <a:srgbClr val="007FA3"/>
                </a:solidFill>
                <a:latin typeface="Arial"/>
                <a:ea typeface="Arial"/>
                <a:cs typeface="Arial"/>
                <a:sym typeface="Arial"/>
              </a:defRPr>
            </a:lvl1pPr>
            <a:lvl2pPr marL="457200" marR="0" lvl="1" indent="0" algn="l" rtl="0">
              <a:spcBef>
                <a:spcPts val="600"/>
              </a:spcBef>
              <a:buClr>
                <a:srgbClr val="007FA3"/>
              </a:buClr>
              <a:buFont typeface="Arial"/>
              <a:buNone/>
              <a:defRPr sz="1800" b="0" i="0" u="none" strike="noStrike" cap="none">
                <a:solidFill>
                  <a:srgbClr val="888888"/>
                </a:solidFill>
                <a:latin typeface="Arial"/>
                <a:ea typeface="Arial"/>
                <a:cs typeface="Arial"/>
                <a:sym typeface="Arial"/>
              </a:defRPr>
            </a:lvl2pPr>
            <a:lvl3pPr marL="914400" marR="0" lvl="2" indent="0" algn="l" rtl="0">
              <a:spcBef>
                <a:spcPts val="600"/>
              </a:spcBef>
              <a:buClr>
                <a:srgbClr val="007FA3"/>
              </a:buClr>
              <a:buFont typeface="Noto Sans Symbols"/>
              <a:buNone/>
              <a:defRPr sz="1600" b="0" i="0" u="none" strike="noStrike" cap="none">
                <a:solidFill>
                  <a:srgbClr val="888888"/>
                </a:solidFill>
                <a:latin typeface="Arial"/>
                <a:ea typeface="Arial"/>
                <a:cs typeface="Arial"/>
                <a:sym typeface="Arial"/>
              </a:defRPr>
            </a:lvl3pPr>
            <a:lvl4pPr marL="1371600" marR="0" lvl="3"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4pPr>
            <a:lvl5pPr marL="1828800" marR="0" lvl="4"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5pPr>
            <a:lvl6pPr marL="2286000" marR="0" lvl="5"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6pPr>
            <a:lvl7pPr marL="2743200" marR="0" lvl="6"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7pPr>
            <a:lvl8pPr marL="3200400" marR="0" lvl="7"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8pPr>
            <a:lvl9pPr marL="3657600" marR="0" lvl="8"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9pPr>
          </a:lstStyle>
          <a:p>
            <a:endParaRPr dirty="0"/>
          </a:p>
        </p:txBody>
      </p:sp>
      <p:sp>
        <p:nvSpPr>
          <p:cNvPr id="72" name="Shape 7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73" name="Shape 7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13" Type="http://schemas.openxmlformats.org/officeDocument/2006/relationships/slideLayout" Target="../slideLayouts/slideLayout14.xml"/><Relationship Id="rId3" Type="http://schemas.openxmlformats.org/officeDocument/2006/relationships/slideLayout" Target="../slideLayouts/slideLayout4.xml"/><Relationship Id="rId7" Type="http://schemas.openxmlformats.org/officeDocument/2006/relationships/slideLayout" Target="../slideLayouts/slideLayout8.xml"/><Relationship Id="rId12" Type="http://schemas.openxmlformats.org/officeDocument/2006/relationships/slideLayout" Target="../slideLayouts/slideLayout13.xml"/><Relationship Id="rId17" Type="http://schemas.openxmlformats.org/officeDocument/2006/relationships/image" Target="../media/image1.jpg"/><Relationship Id="rId2" Type="http://schemas.openxmlformats.org/officeDocument/2006/relationships/slideLayout" Target="../slideLayouts/slideLayout3.xml"/><Relationship Id="rId16" Type="http://schemas.openxmlformats.org/officeDocument/2006/relationships/theme" Target="../theme/theme2.xml"/><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slideLayout" Target="../slideLayouts/slideLayout12.xml"/><Relationship Id="rId5" Type="http://schemas.openxmlformats.org/officeDocument/2006/relationships/slideLayout" Target="../slideLayouts/slideLayout6.xml"/><Relationship Id="rId15" Type="http://schemas.openxmlformats.org/officeDocument/2006/relationships/slideLayout" Target="../slideLayouts/slideLayout16.xml"/><Relationship Id="rId10" Type="http://schemas.openxmlformats.org/officeDocument/2006/relationships/slideLayout" Target="../slideLayouts/slideLayout11.xml"/><Relationship Id="rId4" Type="http://schemas.openxmlformats.org/officeDocument/2006/relationships/slideLayout" Target="../slideLayouts/slideLayout5.xml"/><Relationship Id="rId9" Type="http://schemas.openxmlformats.org/officeDocument/2006/relationships/slideLayout" Target="../slideLayouts/slideLayout10.xml"/><Relationship Id="rId14"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9"/>
        <p:cNvGrpSpPr/>
        <p:nvPr/>
      </p:nvGrpSpPr>
      <p:grpSpPr>
        <a:xfrm>
          <a:off x="0" y="0"/>
          <a:ext cx="0" cy="0"/>
          <a:chOff x="0" y="0"/>
          <a:chExt cx="0" cy="0"/>
        </a:xfrm>
      </p:grpSpPr>
      <p:sp>
        <p:nvSpPr>
          <p:cNvPr id="10" name="Shape 10"/>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a:t>
            </a:r>
            <a:endParaRPr dirty="0"/>
          </a:p>
        </p:txBody>
      </p:sp>
      <p:sp>
        <p:nvSpPr>
          <p:cNvPr id="11" name="Shape 11"/>
          <p:cNvSpPr txBox="1">
            <a:spLocks noGrp="1"/>
          </p:cNvSpPr>
          <p:nvPr>
            <p:ph type="body" idx="1"/>
          </p:nvPr>
        </p:nvSpPr>
        <p:spPr>
          <a:xfrm>
            <a:off x="457200" y="1600200"/>
            <a:ext cx="8229600" cy="4428411"/>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US" dirty="0">
              <a:solidFill>
                <a:schemeClr val="tx1"/>
              </a:solidFill>
            </a:endParaRPr>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3246644562"/>
      </p:ext>
    </p:extLst>
  </p:cSld>
  <p:clrMap bg1="lt1" tx1="dk1" bg2="dk2" tx2="lt2" accent1="accent1" accent2="accent2" accent3="accent3" accent4="accent4" accent5="accent5" accent6="accent6" hlink="hlink" folHlink="folHlink"/>
  <p:sldLayoutIdLst>
    <p:sldLayoutId id="2147483675"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3600" b="0" i="0" u="none" strike="noStrike" cap="none">
          <a:solidFill>
            <a:srgbClr val="000000"/>
          </a:solidFill>
          <a:latin typeface="+mj-lt"/>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6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a:t>
            </a:r>
            <a:endParaRPr dirty="0"/>
          </a:p>
        </p:txBody>
      </p:sp>
      <p:sp>
        <p:nvSpPr>
          <p:cNvPr id="11" name="Content Placeholder"/>
          <p:cNvSpPr txBox="1">
            <a:spLocks noGrp="1"/>
          </p:cNvSpPr>
          <p:nvPr>
            <p:ph type="body" idx="1"/>
          </p:nvPr>
        </p:nvSpPr>
        <p:spPr>
          <a:xfrm>
            <a:off x="457200" y="1600200"/>
            <a:ext cx="8229600" cy="4428411"/>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6" name="Copyright"/>
          <p:cNvSpPr txBox="1"/>
          <p:nvPr/>
        </p:nvSpPr>
        <p:spPr>
          <a:xfrm>
            <a:off x="1600200" y="6429344"/>
            <a:ext cx="7162799" cy="200054"/>
          </a:xfrm>
          <a:prstGeom prst="rect">
            <a:avLst/>
          </a:prstGeom>
          <a:noFill/>
          <a:ln>
            <a:noFill/>
          </a:ln>
        </p:spPr>
        <p:txBody>
          <a:bodyPr lIns="91425" tIns="45700" rIns="91425" bIns="45700" anchor="ctr" anchorCtr="0">
            <a:no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altLang="en-US" sz="1200" b="0" dirty="0">
                <a:latin typeface="Verdana"/>
                <a:ea typeface="Verdana" panose="020B0604030504040204" pitchFamily="34" charset="0"/>
                <a:cs typeface="Verdana" panose="020B0604030504040204" pitchFamily="34" charset="0"/>
              </a:rPr>
              <a:t>Copyright © 2024 Pearson Education, Inc. All Rights Reserved</a:t>
            </a:r>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pic>
        <p:nvPicPr>
          <p:cNvPr id="8" name="Picture Placeholder 21" descr="Pearson Logo">
            <a:extLst>
              <a:ext uri="{FF2B5EF4-FFF2-40B4-BE49-F238E27FC236}">
                <a16:creationId xmlns:a16="http://schemas.microsoft.com/office/drawing/2014/main" id="{9482BDEB-84DF-4344-AD30-389884976DF6}"/>
              </a:ext>
            </a:extLst>
          </p:cNvPr>
          <p:cNvPicPr>
            <a:picLocks noChangeAspect="1"/>
          </p:cNvPicPr>
          <p:nvPr userDrawn="1"/>
        </p:nvPicPr>
        <p:blipFill>
          <a:blip r:embed="rId17"/>
          <a:srcRect t="22152" b="22152"/>
          <a:stretch>
            <a:fillRect/>
          </a:stretch>
        </p:blipFill>
        <p:spPr>
          <a:xfrm>
            <a:off x="315677" y="6420639"/>
            <a:ext cx="1176574" cy="296443"/>
          </a:xfrm>
          <a:prstGeom prst="rect">
            <a:avLst/>
          </a:prstGeom>
        </p:spPr>
      </p:pic>
    </p:spTree>
  </p:cSld>
  <p:clrMap bg1="lt1" tx1="dk1" bg2="dk2" tx2="lt2" accent1="accent1" accent2="accent2" accent3="accent3" accent4="accent4" accent5="accent5" accent6="accent6" hlink="hlink" folHlink="folHlink"/>
  <p:sldLayoutIdLst>
    <p:sldLayoutId id="2147483664" r:id="rId1"/>
    <p:sldLayoutId id="2147483649" r:id="rId2"/>
    <p:sldLayoutId id="2147483650" r:id="rId3"/>
    <p:sldLayoutId id="2147483676" r:id="rId4"/>
    <p:sldLayoutId id="2147483677" r:id="rId5"/>
    <p:sldLayoutId id="2147483678" r:id="rId6"/>
    <p:sldLayoutId id="2147483679" r:id="rId7"/>
    <p:sldLayoutId id="2147483680" r:id="rId8"/>
    <p:sldLayoutId id="2147483681" r:id="rId9"/>
    <p:sldLayoutId id="2147483682" r:id="rId10"/>
    <p:sldLayoutId id="2147483671" r:id="rId11"/>
    <p:sldLayoutId id="2147483673" r:id="rId12"/>
    <p:sldLayoutId id="2147483670" r:id="rId13"/>
    <p:sldLayoutId id="2147483669" r:id="rId14"/>
    <p:sldLayoutId id="2147483655" r:id="rId1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3600" b="0" i="0" u="none" strike="noStrike" cap="none">
          <a:solidFill>
            <a:srgbClr val="000000"/>
          </a:solidFill>
          <a:latin typeface="+mj-lt"/>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mn-lt"/>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9.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10.xml"/><Relationship Id="rId4" Type="http://schemas.openxmlformats.org/officeDocument/2006/relationships/hyperlink" Target="https://liveexample.pearsoncmg.com/html/GenericStack.html"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hyperlink" Target="https://liveexample.pearsoncmg.com/html/TestArrayListNew.html" TargetMode="External"/><Relationship Id="rId2" Type="http://schemas.openxmlformats.org/officeDocument/2006/relationships/notesSlide" Target="../notesSlides/notesSlide7.xml"/><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hyperlink" Target="https://liveexample.pearsoncmg.com/html/WildCardNeedDemo.html" TargetMode="External"/><Relationship Id="rId2" Type="http://schemas.openxmlformats.org/officeDocument/2006/relationships/notesSlide" Target="../notesSlides/notesSlide8.xml"/><Relationship Id="rId1" Type="http://schemas.openxmlformats.org/officeDocument/2006/relationships/slideLayout" Target="../slideLayouts/slideLayout11.xml"/><Relationship Id="rId5" Type="http://schemas.openxmlformats.org/officeDocument/2006/relationships/hyperlink" Target="https://liveexample.pearsoncmg.com/html/SuperWildCardDemo.html" TargetMode="External"/><Relationship Id="rId4" Type="http://schemas.openxmlformats.org/officeDocument/2006/relationships/hyperlink" Target="https://liveexample.pearsoncmg.com/html/AnyWildCardDemo.html" TargetMode="External"/></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hyperlink" Target="https://liveexample.pearsoncmg.com/html/GenericMatrix.html" TargetMode="External"/><Relationship Id="rId2" Type="http://schemas.openxmlformats.org/officeDocument/2006/relationships/notesSlide" Target="../notesSlides/notesSlide11.xml"/><Relationship Id="rId1" Type="http://schemas.openxmlformats.org/officeDocument/2006/relationships/slideLayout" Target="../slideLayouts/slideLayout10.xml"/></Relationships>
</file>

<file path=ppt/slides/_rels/slide2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hyperlink" Target="https://liveexample.pearsoncmg.com/html/IntegerMatrix.html" TargetMode="External"/><Relationship Id="rId2" Type="http://schemas.openxmlformats.org/officeDocument/2006/relationships/notesSlide" Target="../notesSlides/notesSlide13.xml"/><Relationship Id="rId1" Type="http://schemas.openxmlformats.org/officeDocument/2006/relationships/slideLayout" Target="../slideLayouts/slideLayout10.xml"/><Relationship Id="rId6" Type="http://schemas.openxmlformats.org/officeDocument/2006/relationships/hyperlink" Target="https://liveexample.pearsoncmg.com/html/TestRationalMatrix.html" TargetMode="External"/><Relationship Id="rId5" Type="http://schemas.openxmlformats.org/officeDocument/2006/relationships/hyperlink" Target="https://liveexample.pearsoncmg.com/html/TestIntegerMatrix.html" TargetMode="External"/><Relationship Id="rId4" Type="http://schemas.openxmlformats.org/officeDocument/2006/relationships/hyperlink" Target="https://liveexample.pearsoncmg.com/html/RationalMatrix.html" TargetMode="External"/></Relationships>
</file>

<file path=ppt/slides/_rels/slide2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4.xml"/><Relationship Id="rId4" Type="http://schemas.openxmlformats.org/officeDocument/2006/relationships/image" Target="../media/image13.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E98728-A241-43F4-95FF-6C49FEEA0911}"/>
              </a:ext>
              <a:ext uri="{C183D7F6-B498-43B3-948B-1728B52AA6E4}">
                <adec:decorative xmlns:adec="http://schemas.microsoft.com/office/drawing/2017/decorative" val="1"/>
              </a:ext>
            </a:extLst>
          </p:cNvPr>
          <p:cNvSpPr>
            <a:spLocks noGrp="1"/>
          </p:cNvSpPr>
          <p:nvPr>
            <p:ph type="title"/>
          </p:nvPr>
        </p:nvSpPr>
        <p:spPr>
          <a:xfrm>
            <a:off x="457200" y="143692"/>
            <a:ext cx="7994074" cy="987333"/>
          </a:xfrm>
        </p:spPr>
        <p:txBody>
          <a:bodyPr anchor="ctr"/>
          <a:lstStyle/>
          <a:p>
            <a:r>
              <a:rPr lang="en-US" sz="3000" dirty="0"/>
              <a:t>Introduction to Java Programming and Data Structures</a:t>
            </a:r>
          </a:p>
        </p:txBody>
      </p:sp>
      <p:sp>
        <p:nvSpPr>
          <p:cNvPr id="3" name="Content Placeholder 2">
            <a:extLst>
              <a:ext uri="{FF2B5EF4-FFF2-40B4-BE49-F238E27FC236}">
                <a16:creationId xmlns:a16="http://schemas.microsoft.com/office/drawing/2014/main" id="{ABE18F80-D4FC-4D8F-B2BD-E7BEE7E012B5}"/>
              </a:ext>
              <a:ext uri="{C183D7F6-B498-43B3-948B-1728B52AA6E4}">
                <adec:decorative xmlns:adec="http://schemas.microsoft.com/office/drawing/2017/decorative" val="1"/>
              </a:ext>
            </a:extLst>
          </p:cNvPr>
          <p:cNvSpPr>
            <a:spLocks noGrp="1"/>
          </p:cNvSpPr>
          <p:nvPr>
            <p:ph type="body" idx="1"/>
          </p:nvPr>
        </p:nvSpPr>
        <p:spPr>
          <a:xfrm>
            <a:off x="457200" y="1212419"/>
            <a:ext cx="8229600" cy="413524"/>
          </a:xfrm>
        </p:spPr>
        <p:txBody>
          <a:bodyPr anchor="ctr"/>
          <a:lstStyle/>
          <a:p>
            <a:r>
              <a:rPr lang="en-US" dirty="0">
                <a:solidFill>
                  <a:schemeClr val="tx2"/>
                </a:solidFill>
              </a:rPr>
              <a:t>Thirteenth Edition</a:t>
            </a:r>
          </a:p>
        </p:txBody>
      </p:sp>
      <p:pic>
        <p:nvPicPr>
          <p:cNvPr id="4" name="Picture 3" descr="Front Cover: Introduction to Java Programming and Data Structures Thirteenth Edition by Liang.">
            <a:extLst>
              <a:ext uri="{FF2B5EF4-FFF2-40B4-BE49-F238E27FC236}">
                <a16:creationId xmlns:a16="http://schemas.microsoft.com/office/drawing/2014/main" id="{77D6A657-FDCD-2ED6-94DD-D2482C353537}"/>
              </a:ext>
            </a:extLst>
          </p:cNvPr>
          <p:cNvPicPr>
            <a:picLocks noChangeAspect="1"/>
          </p:cNvPicPr>
          <p:nvPr/>
        </p:nvPicPr>
        <p:blipFill>
          <a:blip r:embed="rId3"/>
          <a:stretch>
            <a:fillRect/>
          </a:stretch>
        </p:blipFill>
        <p:spPr>
          <a:xfrm>
            <a:off x="581108" y="1707337"/>
            <a:ext cx="3797134" cy="4523213"/>
          </a:xfrm>
          <a:prstGeom prst="rect">
            <a:avLst/>
          </a:prstGeom>
          <a:ln w="9525">
            <a:solidFill>
              <a:schemeClr val="tx1"/>
            </a:solidFill>
          </a:ln>
        </p:spPr>
      </p:pic>
      <p:sp>
        <p:nvSpPr>
          <p:cNvPr id="5" name="Content Placeholder 4">
            <a:extLst>
              <a:ext uri="{FF2B5EF4-FFF2-40B4-BE49-F238E27FC236}">
                <a16:creationId xmlns:a16="http://schemas.microsoft.com/office/drawing/2014/main" id="{2D222376-7AD7-4443-B67A-120BE12F4DDB}"/>
              </a:ext>
              <a:ext uri="{C183D7F6-B498-43B3-948B-1728B52AA6E4}">
                <adec:decorative xmlns:adec="http://schemas.microsoft.com/office/drawing/2017/decorative" val="1"/>
              </a:ext>
            </a:extLst>
          </p:cNvPr>
          <p:cNvSpPr>
            <a:spLocks noGrp="1"/>
          </p:cNvSpPr>
          <p:nvPr>
            <p:ph sz="quarter" idx="14"/>
          </p:nvPr>
        </p:nvSpPr>
        <p:spPr>
          <a:xfrm>
            <a:off x="5029200" y="1906104"/>
            <a:ext cx="3657600" cy="1186345"/>
          </a:xfrm>
        </p:spPr>
        <p:txBody>
          <a:bodyPr/>
          <a:lstStyle/>
          <a:p>
            <a:pPr marL="0" algn="ctr"/>
            <a:r>
              <a:rPr lang="en-US" b="1" dirty="0">
                <a:latin typeface="+mn-lt"/>
              </a:rPr>
              <a:t>Chapter 19</a:t>
            </a:r>
          </a:p>
        </p:txBody>
      </p:sp>
      <p:sp>
        <p:nvSpPr>
          <p:cNvPr id="6" name="Content Placeholder 5">
            <a:extLst>
              <a:ext uri="{FF2B5EF4-FFF2-40B4-BE49-F238E27FC236}">
                <a16:creationId xmlns:a16="http://schemas.microsoft.com/office/drawing/2014/main" id="{82FD4EC9-4778-4E2F-B136-2A176CA2BA69}"/>
              </a:ext>
              <a:ext uri="{C183D7F6-B498-43B3-948B-1728B52AA6E4}">
                <adec:decorative xmlns:adec="http://schemas.microsoft.com/office/drawing/2017/decorative" val="1"/>
              </a:ext>
            </a:extLst>
          </p:cNvPr>
          <p:cNvSpPr>
            <a:spLocks noGrp="1"/>
          </p:cNvSpPr>
          <p:nvPr>
            <p:ph sz="quarter" idx="15"/>
          </p:nvPr>
        </p:nvSpPr>
        <p:spPr>
          <a:xfrm>
            <a:off x="5029200" y="3252789"/>
            <a:ext cx="3657600" cy="717045"/>
          </a:xfrm>
        </p:spPr>
        <p:txBody>
          <a:bodyPr/>
          <a:lstStyle/>
          <a:p>
            <a:r>
              <a:rPr lang="en-US" dirty="0"/>
              <a:t>Generics</a:t>
            </a:r>
          </a:p>
        </p:txBody>
      </p:sp>
      <p:pic>
        <p:nvPicPr>
          <p:cNvPr id="22" name="Picture Placeholder 21" descr="Pearson Logo">
            <a:extLst>
              <a:ext uri="{FF2B5EF4-FFF2-40B4-BE49-F238E27FC236}">
                <a16:creationId xmlns:a16="http://schemas.microsoft.com/office/drawing/2014/main" id="{463657D3-0029-4FB6-A24C-CAB832988B4E}"/>
              </a:ext>
            </a:extLst>
          </p:cNvPr>
          <p:cNvPicPr>
            <a:picLocks noGrp="1" noChangeAspect="1"/>
          </p:cNvPicPr>
          <p:nvPr>
            <p:ph type="pic" sz="quarter" idx="16"/>
          </p:nvPr>
        </p:nvPicPr>
        <p:blipFill>
          <a:blip r:embed="rId4"/>
          <a:srcRect t="22152" b="22152"/>
          <a:stretch>
            <a:fillRect/>
          </a:stretch>
        </p:blipFill>
        <p:spPr>
          <a:xfrm>
            <a:off x="315677" y="6420639"/>
            <a:ext cx="1176574" cy="296443"/>
          </a:xfrm>
        </p:spPr>
      </p:pic>
      <p:sp>
        <p:nvSpPr>
          <p:cNvPr id="8" name="Content Placeholder 7">
            <a:extLst>
              <a:ext uri="{FF2B5EF4-FFF2-40B4-BE49-F238E27FC236}">
                <a16:creationId xmlns:a16="http://schemas.microsoft.com/office/drawing/2014/main" id="{C8E88D28-1A9F-4FC4-946F-10B4629D1438}"/>
              </a:ext>
              <a:ext uri="{C183D7F6-B498-43B3-948B-1728B52AA6E4}">
                <adec:decorative xmlns:adec="http://schemas.microsoft.com/office/drawing/2017/decorative" val="1"/>
              </a:ext>
            </a:extLst>
          </p:cNvPr>
          <p:cNvSpPr>
            <a:spLocks noGrp="1"/>
          </p:cNvSpPr>
          <p:nvPr>
            <p:ph sz="quarter" idx="17"/>
          </p:nvPr>
        </p:nvSpPr>
        <p:spPr>
          <a:xfrm>
            <a:off x="2173000" y="6415232"/>
            <a:ext cx="6589712" cy="228600"/>
          </a:xfrm>
        </p:spPr>
        <p:txBody>
          <a:bodyPr/>
          <a:lstStyle/>
          <a:p>
            <a:pPr marL="0" indent="0"/>
            <a:r>
              <a:rPr lang="en-US" altLang="en-US" sz="1200" b="0" dirty="0">
                <a:latin typeface="Verdana"/>
                <a:ea typeface="Verdana" panose="020B0604030504040204" pitchFamily="34" charset="0"/>
                <a:cs typeface="Verdana" panose="020B0604030504040204" pitchFamily="34" charset="0"/>
              </a:rPr>
              <a:t>Copyright © </a:t>
            </a:r>
            <a:r>
              <a:rPr lang="en-US" dirty="0"/>
              <a:t>2024 </a:t>
            </a:r>
            <a:r>
              <a:rPr lang="en-US" altLang="en-US" sz="1200" b="0" dirty="0">
                <a:latin typeface="Verdana"/>
                <a:ea typeface="Verdana" panose="020B0604030504040204" pitchFamily="34" charset="0"/>
                <a:cs typeface="Verdana" panose="020B0604030504040204" pitchFamily="34" charset="0"/>
              </a:rPr>
              <a:t>Pearson Education, Inc. All Rights Reserved</a:t>
            </a:r>
          </a:p>
        </p:txBody>
      </p:sp>
    </p:spTree>
    <p:extLst>
      <p:ext uri="{BB962C8B-B14F-4D97-AF65-F5344CB8AC3E}">
        <p14:creationId xmlns:p14="http://schemas.microsoft.com/office/powerpoint/2010/main" val="38013359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Objectives </a:t>
            </a:r>
            <a:r>
              <a:rPr lang="en-US" sz="2000" b="0"/>
              <a:t>(1 of 2)</a:t>
            </a:r>
          </a:p>
        </p:txBody>
      </p:sp>
      <p:sp>
        <p:nvSpPr>
          <p:cNvPr id="3" name="Content Placeholder 2"/>
          <p:cNvSpPr>
            <a:spLocks noGrp="1"/>
          </p:cNvSpPr>
          <p:nvPr>
            <p:ph sz="quarter" idx="13"/>
          </p:nvPr>
        </p:nvSpPr>
        <p:spPr>
          <a:xfrm>
            <a:off x="457200" y="1554920"/>
            <a:ext cx="8232775" cy="4645855"/>
          </a:xfrm>
        </p:spPr>
        <p:txBody>
          <a:bodyPr/>
          <a:lstStyle/>
          <a:p>
            <a:pPr marL="432" indent="0">
              <a:buNone/>
            </a:pPr>
            <a:r>
              <a:rPr lang="en-US" sz="2200" b="1">
                <a:solidFill>
                  <a:srgbClr val="007FA3"/>
                </a:solidFill>
              </a:rPr>
              <a:t>19.1</a:t>
            </a:r>
            <a:r>
              <a:rPr lang="en-US" sz="2200">
                <a:solidFill>
                  <a:srgbClr val="007FA3"/>
                </a:solidFill>
              </a:rPr>
              <a:t> </a:t>
            </a:r>
            <a:r>
              <a:rPr lang="en-US" sz="2200"/>
              <a:t>To know the benefits of generics (§19.1).</a:t>
            </a:r>
          </a:p>
          <a:p>
            <a:pPr marL="432" indent="0">
              <a:buNone/>
            </a:pPr>
            <a:r>
              <a:rPr lang="en-US" sz="2200" b="1">
                <a:solidFill>
                  <a:srgbClr val="007FA3"/>
                </a:solidFill>
              </a:rPr>
              <a:t>19.2</a:t>
            </a:r>
            <a:r>
              <a:rPr lang="en-US" sz="2200">
                <a:solidFill>
                  <a:srgbClr val="007FA3"/>
                </a:solidFill>
              </a:rPr>
              <a:t> </a:t>
            </a:r>
            <a:r>
              <a:rPr lang="en-US" sz="2200"/>
              <a:t>To use generic classes and interfaces (§19.2).</a:t>
            </a:r>
          </a:p>
          <a:p>
            <a:pPr marL="432" indent="0">
              <a:buNone/>
            </a:pPr>
            <a:r>
              <a:rPr lang="en-US" sz="2200" b="1">
                <a:solidFill>
                  <a:srgbClr val="007FA3"/>
                </a:solidFill>
              </a:rPr>
              <a:t>19.3</a:t>
            </a:r>
            <a:r>
              <a:rPr lang="en-US" sz="2200">
                <a:solidFill>
                  <a:srgbClr val="007FA3"/>
                </a:solidFill>
              </a:rPr>
              <a:t> </a:t>
            </a:r>
            <a:r>
              <a:rPr lang="en-US" sz="2200"/>
              <a:t>To define generic classes and interfaces (§19.3).</a:t>
            </a:r>
          </a:p>
          <a:p>
            <a:pPr marL="432" indent="0">
              <a:buNone/>
            </a:pPr>
            <a:r>
              <a:rPr lang="en-US" sz="2200" b="1">
                <a:solidFill>
                  <a:srgbClr val="007FA3"/>
                </a:solidFill>
              </a:rPr>
              <a:t>19.4</a:t>
            </a:r>
            <a:r>
              <a:rPr lang="en-US" sz="2200">
                <a:solidFill>
                  <a:srgbClr val="007FA3"/>
                </a:solidFill>
              </a:rPr>
              <a:t> </a:t>
            </a:r>
            <a:r>
              <a:rPr lang="en-US" sz="2200"/>
              <a:t>To explain why generic types can improve reliability and readability (§19.3). </a:t>
            </a:r>
          </a:p>
          <a:p>
            <a:pPr marL="432" indent="0">
              <a:buNone/>
            </a:pPr>
            <a:r>
              <a:rPr lang="en-US" sz="2200" b="1">
                <a:solidFill>
                  <a:srgbClr val="007FA3"/>
                </a:solidFill>
              </a:rPr>
              <a:t>19.5</a:t>
            </a:r>
            <a:r>
              <a:rPr lang="en-US" sz="2200">
                <a:solidFill>
                  <a:srgbClr val="007FA3"/>
                </a:solidFill>
              </a:rPr>
              <a:t> </a:t>
            </a:r>
            <a:r>
              <a:rPr lang="en-US" sz="2200"/>
              <a:t>To define and use generic methods and bounded generic types (§19.4).</a:t>
            </a:r>
          </a:p>
          <a:p>
            <a:pPr marL="432" indent="0">
              <a:buNone/>
            </a:pPr>
            <a:r>
              <a:rPr lang="en-US" sz="2200" b="1">
                <a:solidFill>
                  <a:srgbClr val="007FA3"/>
                </a:solidFill>
              </a:rPr>
              <a:t>19.6 </a:t>
            </a:r>
            <a:r>
              <a:rPr lang="en-US" sz="2200"/>
              <a:t>To develop a generic sort method to sort an array of Comparable objects (§19.5).</a:t>
            </a:r>
          </a:p>
          <a:p>
            <a:pPr marL="432" indent="0">
              <a:buNone/>
            </a:pPr>
            <a:r>
              <a:rPr lang="en-US" sz="2200" b="1">
                <a:solidFill>
                  <a:srgbClr val="007FA3"/>
                </a:solidFill>
              </a:rPr>
              <a:t>19.7</a:t>
            </a:r>
            <a:r>
              <a:rPr lang="en-US" sz="2200">
                <a:solidFill>
                  <a:srgbClr val="007FA3"/>
                </a:solidFill>
              </a:rPr>
              <a:t> </a:t>
            </a:r>
            <a:r>
              <a:rPr lang="en-US" sz="2200"/>
              <a:t>To use raw types for backward compatibility (§19.6).</a:t>
            </a:r>
          </a:p>
        </p:txBody>
      </p:sp>
    </p:spTree>
    <p:extLst>
      <p:ext uri="{BB962C8B-B14F-4D97-AF65-F5344CB8AC3E}">
        <p14:creationId xmlns:p14="http://schemas.microsoft.com/office/powerpoint/2010/main" val="2433626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Objectives </a:t>
            </a:r>
            <a:r>
              <a:rPr lang="en-US" sz="2000" b="0"/>
              <a:t>(2 of 2)</a:t>
            </a:r>
            <a:endParaRPr lang="en-US" sz="2000"/>
          </a:p>
        </p:txBody>
      </p:sp>
      <p:sp>
        <p:nvSpPr>
          <p:cNvPr id="3" name="Content Placeholder 2"/>
          <p:cNvSpPr>
            <a:spLocks noGrp="1"/>
          </p:cNvSpPr>
          <p:nvPr>
            <p:ph sz="quarter" idx="13"/>
          </p:nvPr>
        </p:nvSpPr>
        <p:spPr>
          <a:xfrm>
            <a:off x="457200" y="1554920"/>
            <a:ext cx="8172000" cy="3132000"/>
          </a:xfrm>
        </p:spPr>
        <p:txBody>
          <a:bodyPr/>
          <a:lstStyle/>
          <a:p>
            <a:pPr marL="432" indent="0">
              <a:buNone/>
            </a:pPr>
            <a:r>
              <a:rPr lang="en-US" b="1">
                <a:solidFill>
                  <a:srgbClr val="007FA3"/>
                </a:solidFill>
              </a:rPr>
              <a:t>19.8</a:t>
            </a:r>
            <a:r>
              <a:rPr lang="en-US">
                <a:solidFill>
                  <a:srgbClr val="007FA3"/>
                </a:solidFill>
              </a:rPr>
              <a:t> </a:t>
            </a:r>
            <a:r>
              <a:rPr lang="en-US"/>
              <a:t>To explain why wildcard generic types are necessary (§19.7). </a:t>
            </a:r>
          </a:p>
          <a:p>
            <a:pPr marL="432" indent="0">
              <a:buNone/>
            </a:pPr>
            <a:r>
              <a:rPr lang="en-US" b="1">
                <a:solidFill>
                  <a:srgbClr val="007FA3"/>
                </a:solidFill>
              </a:rPr>
              <a:t>19.9</a:t>
            </a:r>
            <a:r>
              <a:rPr lang="en-US">
                <a:solidFill>
                  <a:srgbClr val="007FA3"/>
                </a:solidFill>
              </a:rPr>
              <a:t> </a:t>
            </a:r>
            <a:r>
              <a:rPr lang="en-US"/>
              <a:t>To describe generic-type erasure and list certain restrictions and limitations on generic types caused by type erasure (§19.8).</a:t>
            </a:r>
          </a:p>
          <a:p>
            <a:pPr marL="432" indent="0">
              <a:buNone/>
            </a:pPr>
            <a:r>
              <a:rPr lang="en-US" b="1">
                <a:solidFill>
                  <a:srgbClr val="007FA3"/>
                </a:solidFill>
              </a:rPr>
              <a:t>19.10</a:t>
            </a:r>
            <a:r>
              <a:rPr lang="en-US"/>
              <a:t> To design and implement generic matrix classes (§19.9).</a:t>
            </a:r>
          </a:p>
        </p:txBody>
      </p:sp>
    </p:spTree>
    <p:extLst>
      <p:ext uri="{BB962C8B-B14F-4D97-AF65-F5344CB8AC3E}">
        <p14:creationId xmlns:p14="http://schemas.microsoft.com/office/powerpoint/2010/main" val="34520983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485142-52F6-4022-B9D7-C165E452EF84}"/>
              </a:ext>
            </a:extLst>
          </p:cNvPr>
          <p:cNvSpPr>
            <a:spLocks noGrp="1"/>
          </p:cNvSpPr>
          <p:nvPr>
            <p:ph type="title"/>
          </p:nvPr>
        </p:nvSpPr>
        <p:spPr/>
        <p:txBody>
          <a:bodyPr/>
          <a:lstStyle/>
          <a:p>
            <a:r>
              <a:rPr lang="en-US" dirty="0"/>
              <a:t>Why Do You Get a Warning?</a:t>
            </a:r>
          </a:p>
        </p:txBody>
      </p:sp>
      <p:pic>
        <p:nvPicPr>
          <p:cNvPr id="7" name="Picture 6" descr="public class ShowUncheckedWarning left brace. For long description in Notes pane, press F6.">
            <a:extLst>
              <a:ext uri="{FF2B5EF4-FFF2-40B4-BE49-F238E27FC236}">
                <a16:creationId xmlns:a16="http://schemas.microsoft.com/office/drawing/2014/main" id="{7F594A9D-72AD-401A-9406-531ED3477C30}"/>
              </a:ext>
            </a:extLst>
          </p:cNvPr>
          <p:cNvPicPr>
            <a:picLocks noChangeAspect="1"/>
          </p:cNvPicPr>
          <p:nvPr/>
        </p:nvPicPr>
        <p:blipFill>
          <a:blip r:embed="rId3"/>
          <a:stretch>
            <a:fillRect/>
          </a:stretch>
        </p:blipFill>
        <p:spPr>
          <a:xfrm>
            <a:off x="538179" y="1777503"/>
            <a:ext cx="8067640" cy="4151135"/>
          </a:xfrm>
          <a:prstGeom prst="rect">
            <a:avLst/>
          </a:prstGeom>
        </p:spPr>
      </p:pic>
    </p:spTree>
    <p:extLst>
      <p:ext uri="{BB962C8B-B14F-4D97-AF65-F5344CB8AC3E}">
        <p14:creationId xmlns:p14="http://schemas.microsoft.com/office/powerpoint/2010/main" val="23558237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35B948-D3FA-4C15-96EA-893C59747A63}"/>
              </a:ext>
            </a:extLst>
          </p:cNvPr>
          <p:cNvSpPr>
            <a:spLocks noGrp="1"/>
          </p:cNvSpPr>
          <p:nvPr>
            <p:ph type="title"/>
          </p:nvPr>
        </p:nvSpPr>
        <p:spPr/>
        <p:txBody>
          <a:bodyPr/>
          <a:lstStyle/>
          <a:p>
            <a:r>
              <a:rPr lang="en-US"/>
              <a:t>Fix the Warning</a:t>
            </a:r>
          </a:p>
        </p:txBody>
      </p:sp>
      <p:pic>
        <p:nvPicPr>
          <p:cNvPr id="7" name="Picture 6" descr="A code block as follows. For long description in Notes pane, press F6.">
            <a:extLst>
              <a:ext uri="{FF2B5EF4-FFF2-40B4-BE49-F238E27FC236}">
                <a16:creationId xmlns:a16="http://schemas.microsoft.com/office/drawing/2014/main" id="{2D34435C-9ED6-4D58-9FE2-B767A689229D}"/>
              </a:ext>
            </a:extLst>
          </p:cNvPr>
          <p:cNvPicPr>
            <a:picLocks noChangeAspect="1"/>
          </p:cNvPicPr>
          <p:nvPr/>
        </p:nvPicPr>
        <p:blipFill>
          <a:blip r:embed="rId3"/>
          <a:stretch>
            <a:fillRect/>
          </a:stretch>
        </p:blipFill>
        <p:spPr>
          <a:xfrm>
            <a:off x="538179" y="1886278"/>
            <a:ext cx="8067640" cy="3748053"/>
          </a:xfrm>
          <a:prstGeom prst="rect">
            <a:avLst/>
          </a:prstGeom>
        </p:spPr>
      </p:pic>
    </p:spTree>
    <p:extLst>
      <p:ext uri="{BB962C8B-B14F-4D97-AF65-F5344CB8AC3E}">
        <p14:creationId xmlns:p14="http://schemas.microsoft.com/office/powerpoint/2010/main" val="24260698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4EA89-B4DB-4CB6-A400-497142854150}"/>
              </a:ext>
            </a:extLst>
          </p:cNvPr>
          <p:cNvSpPr>
            <a:spLocks noGrp="1"/>
          </p:cNvSpPr>
          <p:nvPr>
            <p:ph type="title"/>
          </p:nvPr>
        </p:nvSpPr>
        <p:spPr/>
        <p:txBody>
          <a:bodyPr/>
          <a:lstStyle/>
          <a:p>
            <a:r>
              <a:rPr lang="en-US"/>
              <a:t>What Is Generics?</a:t>
            </a:r>
          </a:p>
        </p:txBody>
      </p:sp>
      <p:sp>
        <p:nvSpPr>
          <p:cNvPr id="3" name="Content Placeholder 2">
            <a:extLst>
              <a:ext uri="{FF2B5EF4-FFF2-40B4-BE49-F238E27FC236}">
                <a16:creationId xmlns:a16="http://schemas.microsoft.com/office/drawing/2014/main" id="{1A269AAE-F458-441F-BADB-DBBA1859F40C}"/>
              </a:ext>
            </a:extLst>
          </p:cNvPr>
          <p:cNvSpPr>
            <a:spLocks noGrp="1"/>
          </p:cNvSpPr>
          <p:nvPr>
            <p:ph sz="quarter" idx="13"/>
          </p:nvPr>
        </p:nvSpPr>
        <p:spPr>
          <a:xfrm>
            <a:off x="457200" y="1554920"/>
            <a:ext cx="8232775" cy="3492000"/>
          </a:xfrm>
        </p:spPr>
        <p:txBody>
          <a:bodyPr/>
          <a:lstStyle/>
          <a:p>
            <a:pPr marL="432" indent="0">
              <a:buNone/>
            </a:pPr>
            <a:r>
              <a:rPr lang="en-US" b="1" dirty="0"/>
              <a:t>Generics</a:t>
            </a:r>
            <a:r>
              <a:rPr lang="en-US" dirty="0"/>
              <a:t> is the capability to parameterize types. With this capability, you can define a class or a method with generic types that can be substituted using concrete types by the compiler. For example, you may define a generic stack class that stores the elements of a generic type. From this generic class, you may create a stack object for holding strings and a stack object for holding numbers. Here, strings and numbers are concrete types that replace the generic type.</a:t>
            </a:r>
          </a:p>
        </p:txBody>
      </p:sp>
    </p:spTree>
    <p:extLst>
      <p:ext uri="{BB962C8B-B14F-4D97-AF65-F5344CB8AC3E}">
        <p14:creationId xmlns:p14="http://schemas.microsoft.com/office/powerpoint/2010/main" val="35243670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B1B3C5-A0E6-4E4A-B578-55D7385ADE83}"/>
              </a:ext>
            </a:extLst>
          </p:cNvPr>
          <p:cNvSpPr>
            <a:spLocks noGrp="1"/>
          </p:cNvSpPr>
          <p:nvPr>
            <p:ph type="title"/>
          </p:nvPr>
        </p:nvSpPr>
        <p:spPr>
          <a:xfrm>
            <a:off x="457200" y="215371"/>
            <a:ext cx="8229600" cy="1097279"/>
          </a:xfrm>
        </p:spPr>
        <p:txBody>
          <a:bodyPr/>
          <a:lstStyle/>
          <a:p>
            <a:r>
              <a:rPr lang="en-US"/>
              <a:t>Why Generics?</a:t>
            </a:r>
          </a:p>
        </p:txBody>
      </p:sp>
      <p:sp>
        <p:nvSpPr>
          <p:cNvPr id="3" name="Content Placeholder 2">
            <a:extLst>
              <a:ext uri="{FF2B5EF4-FFF2-40B4-BE49-F238E27FC236}">
                <a16:creationId xmlns:a16="http://schemas.microsoft.com/office/drawing/2014/main" id="{E9C64CBA-8CE2-46D2-B0F1-1E4AFF9D3E3E}"/>
              </a:ext>
            </a:extLst>
          </p:cNvPr>
          <p:cNvSpPr>
            <a:spLocks noGrp="1"/>
          </p:cNvSpPr>
          <p:nvPr>
            <p:ph sz="quarter" idx="13"/>
          </p:nvPr>
        </p:nvSpPr>
        <p:spPr>
          <a:xfrm>
            <a:off x="457200" y="1554920"/>
            <a:ext cx="8085909" cy="2468440"/>
          </a:xfrm>
        </p:spPr>
        <p:txBody>
          <a:bodyPr/>
          <a:lstStyle/>
          <a:p>
            <a:pPr marL="432" indent="0">
              <a:buNone/>
            </a:pPr>
            <a:r>
              <a:rPr lang="en-US" dirty="0"/>
              <a:t>The key benefit of generics is to enable errors to be detected at compile time rather than at runtime. A generic class or method permits you to specify allowable types of objects that the class or method may work with. If you attempt to use the class or method with an incompatible object, a compile error occurs.</a:t>
            </a:r>
          </a:p>
        </p:txBody>
      </p:sp>
    </p:spTree>
    <p:extLst>
      <p:ext uri="{BB962C8B-B14F-4D97-AF65-F5344CB8AC3E}">
        <p14:creationId xmlns:p14="http://schemas.microsoft.com/office/powerpoint/2010/main" val="21853844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15C11A-3B84-410B-9E47-54FA71E53942}"/>
              </a:ext>
            </a:extLst>
          </p:cNvPr>
          <p:cNvSpPr>
            <a:spLocks noGrp="1"/>
          </p:cNvSpPr>
          <p:nvPr>
            <p:ph type="title"/>
          </p:nvPr>
        </p:nvSpPr>
        <p:spPr/>
        <p:txBody>
          <a:bodyPr/>
          <a:lstStyle/>
          <a:p>
            <a:r>
              <a:rPr lang="en-US"/>
              <a:t>Generic Type</a:t>
            </a:r>
          </a:p>
        </p:txBody>
      </p:sp>
      <p:pic>
        <p:nvPicPr>
          <p:cNvPr id="8" name="Picture 7" descr="Two code blocks as follows. For long description in Notes pane, press F6.">
            <a:extLst>
              <a:ext uri="{FF2B5EF4-FFF2-40B4-BE49-F238E27FC236}">
                <a16:creationId xmlns:a16="http://schemas.microsoft.com/office/drawing/2014/main" id="{D00A3113-3082-4108-9904-A866CF3E6509}"/>
              </a:ext>
            </a:extLst>
          </p:cNvPr>
          <p:cNvPicPr>
            <a:picLocks noChangeAspect="1"/>
          </p:cNvPicPr>
          <p:nvPr/>
        </p:nvPicPr>
        <p:blipFill>
          <a:blip r:embed="rId3"/>
          <a:stretch>
            <a:fillRect/>
          </a:stretch>
        </p:blipFill>
        <p:spPr>
          <a:xfrm>
            <a:off x="549880" y="1547981"/>
            <a:ext cx="8044238" cy="1721204"/>
          </a:xfrm>
          <a:prstGeom prst="rect">
            <a:avLst/>
          </a:prstGeom>
        </p:spPr>
      </p:pic>
      <p:sp>
        <p:nvSpPr>
          <p:cNvPr id="4" name="Content Placeholder 3">
            <a:extLst>
              <a:ext uri="{FF2B5EF4-FFF2-40B4-BE49-F238E27FC236}">
                <a16:creationId xmlns:a16="http://schemas.microsoft.com/office/drawing/2014/main" id="{73146BDF-BA42-4F3D-AC90-F5AD5E465E23}"/>
              </a:ext>
            </a:extLst>
          </p:cNvPr>
          <p:cNvSpPr>
            <a:spLocks noGrp="1"/>
          </p:cNvSpPr>
          <p:nvPr>
            <p:ph sz="quarter" idx="14"/>
          </p:nvPr>
        </p:nvSpPr>
        <p:spPr>
          <a:xfrm>
            <a:off x="457201" y="3423972"/>
            <a:ext cx="3107094" cy="432000"/>
          </a:xfrm>
        </p:spPr>
        <p:txBody>
          <a:bodyPr tIns="0"/>
          <a:lstStyle/>
          <a:p>
            <a:pPr marL="432" indent="0">
              <a:buNone/>
            </a:pPr>
            <a:r>
              <a:rPr lang="en-US" dirty="0"/>
              <a:t>Generic Instantiation</a:t>
            </a:r>
          </a:p>
        </p:txBody>
      </p:sp>
      <p:pic>
        <p:nvPicPr>
          <p:cNvPr id="12" name="Picture 11" descr="Two code blocks as follows. For long description in Notes pane, press F6.">
            <a:extLst>
              <a:ext uri="{FF2B5EF4-FFF2-40B4-BE49-F238E27FC236}">
                <a16:creationId xmlns:a16="http://schemas.microsoft.com/office/drawing/2014/main" id="{1D514E05-5E7F-4BFA-88A2-C74E79BB3F80}"/>
              </a:ext>
            </a:extLst>
          </p:cNvPr>
          <p:cNvPicPr>
            <a:picLocks noChangeAspect="1"/>
          </p:cNvPicPr>
          <p:nvPr/>
        </p:nvPicPr>
        <p:blipFill>
          <a:blip r:embed="rId4"/>
          <a:stretch>
            <a:fillRect/>
          </a:stretch>
        </p:blipFill>
        <p:spPr>
          <a:xfrm>
            <a:off x="1742815" y="3964225"/>
            <a:ext cx="5658370" cy="1792022"/>
          </a:xfrm>
          <a:prstGeom prst="rect">
            <a:avLst/>
          </a:prstGeom>
        </p:spPr>
      </p:pic>
      <p:sp>
        <p:nvSpPr>
          <p:cNvPr id="6" name="Content Placeholder 5">
            <a:extLst>
              <a:ext uri="{FF2B5EF4-FFF2-40B4-BE49-F238E27FC236}">
                <a16:creationId xmlns:a16="http://schemas.microsoft.com/office/drawing/2014/main" id="{2305D7CF-A1D6-47D5-89C9-CD4F9B6B0718}"/>
              </a:ext>
            </a:extLst>
          </p:cNvPr>
          <p:cNvSpPr>
            <a:spLocks noGrp="1"/>
          </p:cNvSpPr>
          <p:nvPr>
            <p:ph sz="quarter" idx="16"/>
          </p:nvPr>
        </p:nvSpPr>
        <p:spPr>
          <a:xfrm>
            <a:off x="2002221" y="5889653"/>
            <a:ext cx="2808000" cy="432000"/>
          </a:xfrm>
        </p:spPr>
        <p:txBody>
          <a:bodyPr tIns="0"/>
          <a:lstStyle/>
          <a:p>
            <a:pPr marL="432" indent="0">
              <a:buNone/>
            </a:pPr>
            <a:r>
              <a:rPr lang="en-US" dirty="0"/>
              <a:t>Improves reliability</a:t>
            </a:r>
          </a:p>
        </p:txBody>
      </p:sp>
    </p:spTree>
    <p:extLst>
      <p:ext uri="{BB962C8B-B14F-4D97-AF65-F5344CB8AC3E}">
        <p14:creationId xmlns:p14="http://schemas.microsoft.com/office/powerpoint/2010/main" val="26087339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06C7E7-B420-4404-87FE-7F031DF5DF4E}"/>
              </a:ext>
            </a:extLst>
          </p:cNvPr>
          <p:cNvSpPr>
            <a:spLocks noGrp="1"/>
          </p:cNvSpPr>
          <p:nvPr>
            <p:ph type="title"/>
          </p:nvPr>
        </p:nvSpPr>
        <p:spPr/>
        <p:txBody>
          <a:bodyPr/>
          <a:lstStyle/>
          <a:p>
            <a:r>
              <a:rPr lang="en-US" dirty="0"/>
              <a:t>Generic </a:t>
            </a:r>
            <a:r>
              <a:rPr lang="en-US" dirty="0" err="1">
                <a:latin typeface="Courier New" panose="02070309020205020404" pitchFamily="49" charset="0"/>
                <a:cs typeface="Courier New" panose="02070309020205020404" pitchFamily="49" charset="0"/>
              </a:rPr>
              <a:t>ArrayList</a:t>
            </a:r>
            <a:r>
              <a:rPr lang="en-US" dirty="0"/>
              <a:t> in J</a:t>
            </a:r>
            <a:r>
              <a:rPr lang="en-US" sz="100" dirty="0"/>
              <a:t> </a:t>
            </a:r>
            <a:r>
              <a:rPr lang="en-US" dirty="0"/>
              <a:t>D</a:t>
            </a:r>
            <a:r>
              <a:rPr lang="en-US" sz="100" dirty="0"/>
              <a:t> </a:t>
            </a:r>
            <a:r>
              <a:rPr lang="en-US" dirty="0"/>
              <a:t>K 1.5</a:t>
            </a:r>
          </a:p>
        </p:txBody>
      </p:sp>
      <p:pic>
        <p:nvPicPr>
          <p:cNvPr id="7" name="Picture 6" descr="Two charts shows ArrayList before and since J D K 1.5 as follows. For long description in Notes pane, press F6.">
            <a:extLst>
              <a:ext uri="{FF2B5EF4-FFF2-40B4-BE49-F238E27FC236}">
                <a16:creationId xmlns:a16="http://schemas.microsoft.com/office/drawing/2014/main" id="{F1C62E10-B49E-4174-AEE3-4F94EFF4C981}"/>
              </a:ext>
            </a:extLst>
          </p:cNvPr>
          <p:cNvPicPr>
            <a:picLocks noChangeAspect="1"/>
          </p:cNvPicPr>
          <p:nvPr/>
        </p:nvPicPr>
        <p:blipFill>
          <a:blip r:embed="rId3"/>
          <a:stretch>
            <a:fillRect/>
          </a:stretch>
        </p:blipFill>
        <p:spPr>
          <a:xfrm>
            <a:off x="614714" y="1846466"/>
            <a:ext cx="7914572" cy="3933696"/>
          </a:xfrm>
          <a:prstGeom prst="rect">
            <a:avLst/>
          </a:prstGeom>
        </p:spPr>
      </p:pic>
    </p:spTree>
    <p:extLst>
      <p:ext uri="{BB962C8B-B14F-4D97-AF65-F5344CB8AC3E}">
        <p14:creationId xmlns:p14="http://schemas.microsoft.com/office/powerpoint/2010/main" val="3658748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6FD64C-9ABD-4918-ADEE-3B4B6E1E88D0}"/>
              </a:ext>
            </a:extLst>
          </p:cNvPr>
          <p:cNvSpPr>
            <a:spLocks noGrp="1"/>
          </p:cNvSpPr>
          <p:nvPr>
            <p:ph type="title"/>
          </p:nvPr>
        </p:nvSpPr>
        <p:spPr/>
        <p:txBody>
          <a:bodyPr/>
          <a:lstStyle/>
          <a:p>
            <a:r>
              <a:rPr lang="en-US"/>
              <a:t>No Casting Needed</a:t>
            </a:r>
          </a:p>
        </p:txBody>
      </p:sp>
      <p:sp>
        <p:nvSpPr>
          <p:cNvPr id="3" name="Content Placeholder 2">
            <a:extLst>
              <a:ext uri="{FF2B5EF4-FFF2-40B4-BE49-F238E27FC236}">
                <a16:creationId xmlns:a16="http://schemas.microsoft.com/office/drawing/2014/main" id="{6B2696E0-988F-4778-A189-9BC5AB8AD3B7}"/>
              </a:ext>
            </a:extLst>
          </p:cNvPr>
          <p:cNvSpPr>
            <a:spLocks noGrp="1"/>
          </p:cNvSpPr>
          <p:nvPr>
            <p:ph sz="quarter" idx="13"/>
          </p:nvPr>
        </p:nvSpPr>
        <p:spPr>
          <a:xfrm>
            <a:off x="470451" y="1527623"/>
            <a:ext cx="8424000" cy="2844000"/>
          </a:xfrm>
        </p:spPr>
        <p:txBody>
          <a:bodyPr/>
          <a:lstStyle/>
          <a:p>
            <a:pPr marL="432" indent="0">
              <a:buNone/>
            </a:pPr>
            <a:r>
              <a:rPr lang="en-US" sz="1800" dirty="0" err="1">
                <a:latin typeface="Courier New" panose="02070309020205020404" pitchFamily="49" charset="0"/>
                <a:cs typeface="Courier New" panose="02070309020205020404" pitchFamily="49" charset="0"/>
              </a:rPr>
              <a:t>ArrayList</a:t>
            </a:r>
            <a:r>
              <a:rPr lang="en-US" sz="1800" dirty="0">
                <a:latin typeface="Courier New" panose="02070309020205020404" pitchFamily="49" charset="0"/>
                <a:cs typeface="Courier New" panose="02070309020205020404" pitchFamily="49" charset="0"/>
              </a:rPr>
              <a:t>&lt;Double&gt; list = new </a:t>
            </a:r>
            <a:r>
              <a:rPr lang="en-US" sz="1800" dirty="0" err="1">
                <a:latin typeface="Courier New" panose="02070309020205020404" pitchFamily="49" charset="0"/>
                <a:cs typeface="Courier New" panose="02070309020205020404" pitchFamily="49" charset="0"/>
              </a:rPr>
              <a:t>ArrayList</a:t>
            </a:r>
            <a:r>
              <a:rPr lang="en-US" sz="1800" dirty="0">
                <a:latin typeface="Courier New" panose="02070309020205020404" pitchFamily="49" charset="0"/>
                <a:cs typeface="Courier New" panose="02070309020205020404" pitchFamily="49" charset="0"/>
              </a:rPr>
              <a:t>&lt;&gt;();</a:t>
            </a:r>
          </a:p>
          <a:p>
            <a:pPr marL="432" indent="0">
              <a:buNone/>
            </a:pPr>
            <a:r>
              <a:rPr lang="en-US" sz="1800" dirty="0" err="1">
                <a:latin typeface="Courier New" panose="02070309020205020404" pitchFamily="49" charset="0"/>
                <a:cs typeface="Courier New" panose="02070309020205020404" pitchFamily="49" charset="0"/>
              </a:rPr>
              <a:t>list.add</a:t>
            </a:r>
            <a:r>
              <a:rPr lang="en-US" sz="1800" dirty="0">
                <a:latin typeface="Courier New" panose="02070309020205020404" pitchFamily="49" charset="0"/>
                <a:cs typeface="Courier New" panose="02070309020205020404" pitchFamily="49" charset="0"/>
              </a:rPr>
              <a:t>(5.5); // 5.5 is automatically converted to new Double(5.5)</a:t>
            </a:r>
          </a:p>
          <a:p>
            <a:pPr marL="432" indent="0">
              <a:buNone/>
            </a:pPr>
            <a:r>
              <a:rPr lang="en-US" sz="1800" dirty="0" err="1">
                <a:latin typeface="Courier New" panose="02070309020205020404" pitchFamily="49" charset="0"/>
                <a:cs typeface="Courier New" panose="02070309020205020404" pitchFamily="49" charset="0"/>
              </a:rPr>
              <a:t>list.add</a:t>
            </a:r>
            <a:r>
              <a:rPr lang="en-US" sz="1800" dirty="0">
                <a:latin typeface="Courier New" panose="02070309020205020404" pitchFamily="49" charset="0"/>
                <a:cs typeface="Courier New" panose="02070309020205020404" pitchFamily="49" charset="0"/>
              </a:rPr>
              <a:t>(3.0); // 3.0 is automatically converted to new Double(3.0)</a:t>
            </a:r>
          </a:p>
          <a:p>
            <a:pPr marL="432" indent="0">
              <a:buNone/>
            </a:pPr>
            <a:r>
              <a:rPr lang="en-US" sz="1800" dirty="0">
                <a:latin typeface="Courier New" panose="02070309020205020404" pitchFamily="49" charset="0"/>
                <a:cs typeface="Courier New" panose="02070309020205020404" pitchFamily="49" charset="0"/>
              </a:rPr>
              <a:t>Double </a:t>
            </a:r>
            <a:r>
              <a:rPr lang="en-US" sz="1800" dirty="0" err="1">
                <a:latin typeface="Courier New" panose="02070309020205020404" pitchFamily="49" charset="0"/>
                <a:cs typeface="Courier New" panose="02070309020205020404" pitchFamily="49" charset="0"/>
              </a:rPr>
              <a:t>doubleObject</a:t>
            </a:r>
            <a:r>
              <a:rPr lang="en-US" sz="1800" dirty="0">
                <a:latin typeface="Courier New" panose="02070309020205020404" pitchFamily="49" charset="0"/>
                <a:cs typeface="Courier New" panose="02070309020205020404" pitchFamily="49" charset="0"/>
              </a:rPr>
              <a:t> = </a:t>
            </a:r>
            <a:r>
              <a:rPr lang="en-US" sz="1800" dirty="0" err="1">
                <a:latin typeface="Courier New" panose="02070309020205020404" pitchFamily="49" charset="0"/>
                <a:cs typeface="Courier New" panose="02070309020205020404" pitchFamily="49" charset="0"/>
              </a:rPr>
              <a:t>list.get</a:t>
            </a:r>
            <a:r>
              <a:rPr lang="en-US" sz="1800" dirty="0">
                <a:latin typeface="Courier New" panose="02070309020205020404" pitchFamily="49" charset="0"/>
                <a:cs typeface="Courier New" panose="02070309020205020404" pitchFamily="49" charset="0"/>
              </a:rPr>
              <a:t>(0); // No casting is needed</a:t>
            </a:r>
          </a:p>
          <a:p>
            <a:pPr marL="432" indent="0">
              <a:buNone/>
            </a:pPr>
            <a:r>
              <a:rPr lang="en-US" sz="1800" dirty="0">
                <a:latin typeface="Courier New" panose="02070309020205020404" pitchFamily="49" charset="0"/>
                <a:cs typeface="Courier New" panose="02070309020205020404" pitchFamily="49" charset="0"/>
              </a:rPr>
              <a:t>double d = </a:t>
            </a:r>
            <a:r>
              <a:rPr lang="en-US" sz="1800" dirty="0" err="1">
                <a:latin typeface="Courier New" panose="02070309020205020404" pitchFamily="49" charset="0"/>
                <a:cs typeface="Courier New" panose="02070309020205020404" pitchFamily="49" charset="0"/>
              </a:rPr>
              <a:t>list.get</a:t>
            </a:r>
            <a:r>
              <a:rPr lang="en-US" sz="1800" dirty="0">
                <a:latin typeface="Courier New" panose="02070309020205020404" pitchFamily="49" charset="0"/>
                <a:cs typeface="Courier New" panose="02070309020205020404" pitchFamily="49" charset="0"/>
              </a:rPr>
              <a:t>(1); // Automatically converted to double</a:t>
            </a:r>
          </a:p>
        </p:txBody>
      </p:sp>
    </p:spTree>
    <p:extLst>
      <p:ext uri="{BB962C8B-B14F-4D97-AF65-F5344CB8AC3E}">
        <p14:creationId xmlns:p14="http://schemas.microsoft.com/office/powerpoint/2010/main" val="30974998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E76CA1-C2A3-41E3-B8D6-FCBFF582A728}"/>
              </a:ext>
            </a:extLst>
          </p:cNvPr>
          <p:cNvSpPr>
            <a:spLocks noGrp="1"/>
          </p:cNvSpPr>
          <p:nvPr>
            <p:ph type="title"/>
          </p:nvPr>
        </p:nvSpPr>
        <p:spPr/>
        <p:txBody>
          <a:bodyPr/>
          <a:lstStyle/>
          <a:p>
            <a:r>
              <a:rPr lang="en-US" sz="3200"/>
              <a:t>Declaring Generic Classes and Interfaces</a:t>
            </a:r>
          </a:p>
        </p:txBody>
      </p:sp>
      <p:pic>
        <p:nvPicPr>
          <p:cNvPr id="6" name="Picture 5" descr="Seven rows of codes for GenericStack less than symbol E greater than symbol as follows. For long description in Notes pane, press F6.">
            <a:extLst>
              <a:ext uri="{FF2B5EF4-FFF2-40B4-BE49-F238E27FC236}">
                <a16:creationId xmlns:a16="http://schemas.microsoft.com/office/drawing/2014/main" id="{F9E8A198-9E39-4DFB-96D2-149D2D2983BD}"/>
              </a:ext>
            </a:extLst>
          </p:cNvPr>
          <p:cNvPicPr>
            <a:picLocks noChangeAspect="1"/>
          </p:cNvPicPr>
          <p:nvPr/>
        </p:nvPicPr>
        <p:blipFill>
          <a:blip r:embed="rId3"/>
          <a:stretch>
            <a:fillRect/>
          </a:stretch>
        </p:blipFill>
        <p:spPr>
          <a:xfrm>
            <a:off x="592607" y="2045039"/>
            <a:ext cx="7958786" cy="2714913"/>
          </a:xfrm>
          <a:prstGeom prst="rect">
            <a:avLst/>
          </a:prstGeom>
        </p:spPr>
      </p:pic>
      <p:sp>
        <p:nvSpPr>
          <p:cNvPr id="10" name="Text Placeholder 9">
            <a:extLst>
              <a:ext uri="{FF2B5EF4-FFF2-40B4-BE49-F238E27FC236}">
                <a16:creationId xmlns:a16="http://schemas.microsoft.com/office/drawing/2014/main" id="{1CB20913-CB77-4867-A7B6-9D2031B6D685}"/>
              </a:ext>
            </a:extLst>
          </p:cNvPr>
          <p:cNvSpPr>
            <a:spLocks noGrp="1"/>
          </p:cNvSpPr>
          <p:nvPr>
            <p:ph type="body" sz="quarter" idx="20"/>
          </p:nvPr>
        </p:nvSpPr>
        <p:spPr>
          <a:xfrm>
            <a:off x="6608417" y="5196571"/>
            <a:ext cx="2051904" cy="536572"/>
          </a:xfrm>
        </p:spPr>
        <p:txBody>
          <a:bodyPr/>
          <a:lstStyle/>
          <a:p>
            <a:pPr marL="432" indent="0">
              <a:buNone/>
            </a:pPr>
            <a:r>
              <a:rPr lang="en-US" dirty="0">
                <a:hlinkClick r:id="rId4" tooltip="https://liveexample.pearsoncmg.com/html/GenericStack.html"/>
              </a:rPr>
              <a:t>GenericStack</a:t>
            </a:r>
          </a:p>
        </p:txBody>
      </p:sp>
    </p:spTree>
    <p:extLst>
      <p:ext uri="{BB962C8B-B14F-4D97-AF65-F5344CB8AC3E}">
        <p14:creationId xmlns:p14="http://schemas.microsoft.com/office/powerpoint/2010/main" val="40748228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C2421-3CD7-42F3-9718-7E94DBC71AAA}"/>
              </a:ext>
            </a:extLst>
          </p:cNvPr>
          <p:cNvSpPr>
            <a:spLocks noGrp="1"/>
          </p:cNvSpPr>
          <p:nvPr>
            <p:ph type="title"/>
          </p:nvPr>
        </p:nvSpPr>
        <p:spPr/>
        <p:txBody>
          <a:bodyPr/>
          <a:lstStyle/>
          <a:p>
            <a:r>
              <a:rPr lang="en-US"/>
              <a:t>Generic Static Methods</a:t>
            </a:r>
          </a:p>
        </p:txBody>
      </p:sp>
      <p:sp>
        <p:nvSpPr>
          <p:cNvPr id="3" name="Content Placeholder 2">
            <a:extLst>
              <a:ext uri="{FF2B5EF4-FFF2-40B4-BE49-F238E27FC236}">
                <a16:creationId xmlns:a16="http://schemas.microsoft.com/office/drawing/2014/main" id="{674535F0-5FD7-4478-9F33-3063EB15367B}"/>
              </a:ext>
            </a:extLst>
          </p:cNvPr>
          <p:cNvSpPr>
            <a:spLocks noGrp="1"/>
          </p:cNvSpPr>
          <p:nvPr>
            <p:ph sz="quarter" idx="13"/>
          </p:nvPr>
        </p:nvSpPr>
        <p:spPr>
          <a:xfrm>
            <a:off x="457200" y="1554920"/>
            <a:ext cx="8232775" cy="4536000"/>
          </a:xfrm>
        </p:spPr>
        <p:txBody>
          <a:bodyPr/>
          <a:lstStyle/>
          <a:p>
            <a:pPr marL="432" indent="0">
              <a:spcBef>
                <a:spcPts val="600"/>
              </a:spcBef>
              <a:buNone/>
            </a:pPr>
            <a:r>
              <a:rPr lang="en-US">
                <a:latin typeface="Courier New" panose="02070309020205020404" pitchFamily="49" charset="0"/>
                <a:cs typeface="Courier New" panose="02070309020205020404" pitchFamily="49" charset="0"/>
              </a:rPr>
              <a:t>public static &lt;E&gt; void print(E[] list) {</a:t>
            </a:r>
          </a:p>
          <a:p>
            <a:pPr marL="540000" indent="0">
              <a:spcBef>
                <a:spcPts val="600"/>
              </a:spcBef>
              <a:buNone/>
            </a:pPr>
            <a:r>
              <a:rPr lang="en-US">
                <a:latin typeface="Courier New" panose="02070309020205020404" pitchFamily="49" charset="0"/>
                <a:cs typeface="Courier New" panose="02070309020205020404" pitchFamily="49" charset="0"/>
              </a:rPr>
              <a:t>for (int i = 0; i &lt; list.length; i++)</a:t>
            </a:r>
          </a:p>
          <a:p>
            <a:pPr marL="900000" indent="0">
              <a:spcBef>
                <a:spcPts val="600"/>
              </a:spcBef>
              <a:buNone/>
            </a:pPr>
            <a:r>
              <a:rPr lang="en-US">
                <a:latin typeface="Courier New" panose="02070309020205020404" pitchFamily="49" charset="0"/>
                <a:cs typeface="Courier New" panose="02070309020205020404" pitchFamily="49" charset="0"/>
              </a:rPr>
              <a:t>System.out.print(list[i] + " ");</a:t>
            </a:r>
          </a:p>
          <a:p>
            <a:pPr marL="540000" indent="0">
              <a:spcBef>
                <a:spcPts val="600"/>
              </a:spcBef>
              <a:buNone/>
            </a:pPr>
            <a:r>
              <a:rPr lang="en-US">
                <a:latin typeface="Courier New" panose="02070309020205020404" pitchFamily="49" charset="0"/>
                <a:cs typeface="Courier New" panose="02070309020205020404" pitchFamily="49" charset="0"/>
              </a:rPr>
              <a:t>System.out.println();</a:t>
            </a:r>
          </a:p>
          <a:p>
            <a:pPr marL="432" indent="0">
              <a:spcBef>
                <a:spcPts val="600"/>
              </a:spcBef>
              <a:buNone/>
            </a:pPr>
            <a:r>
              <a:rPr lang="en-US">
                <a:latin typeface="Courier New" panose="02070309020205020404" pitchFamily="49" charset="0"/>
                <a:cs typeface="Courier New" panose="02070309020205020404" pitchFamily="49" charset="0"/>
              </a:rPr>
              <a:t>}</a:t>
            </a:r>
          </a:p>
          <a:p>
            <a:pPr marL="432" indent="0">
              <a:spcBef>
                <a:spcPts val="600"/>
              </a:spcBef>
              <a:buNone/>
            </a:pPr>
            <a:r>
              <a:rPr lang="en-US">
                <a:latin typeface="Courier New" panose="02070309020205020404" pitchFamily="49" charset="0"/>
                <a:cs typeface="Courier New" panose="02070309020205020404" pitchFamily="49" charset="0"/>
              </a:rPr>
              <a:t>public static void print(Object[] list) {</a:t>
            </a:r>
          </a:p>
          <a:p>
            <a:pPr marL="540000" indent="0">
              <a:spcBef>
                <a:spcPts val="600"/>
              </a:spcBef>
              <a:buNone/>
            </a:pPr>
            <a:r>
              <a:rPr lang="en-US">
                <a:latin typeface="Courier New" panose="02070309020205020404" pitchFamily="49" charset="0"/>
                <a:cs typeface="Courier New" panose="02070309020205020404" pitchFamily="49" charset="0"/>
              </a:rPr>
              <a:t>for (int i = 0; i &lt; list.length; i++)</a:t>
            </a:r>
          </a:p>
          <a:p>
            <a:pPr marL="900000" indent="0">
              <a:spcBef>
                <a:spcPts val="600"/>
              </a:spcBef>
              <a:buNone/>
            </a:pPr>
            <a:r>
              <a:rPr lang="en-US">
                <a:latin typeface="Courier New" panose="02070309020205020404" pitchFamily="49" charset="0"/>
                <a:cs typeface="Courier New" panose="02070309020205020404" pitchFamily="49" charset="0"/>
              </a:rPr>
              <a:t>System.out.print(list[i] + " ");</a:t>
            </a:r>
          </a:p>
          <a:p>
            <a:pPr marL="540000" indent="0">
              <a:spcBef>
                <a:spcPts val="600"/>
              </a:spcBef>
              <a:buNone/>
            </a:pPr>
            <a:r>
              <a:rPr lang="en-US">
                <a:latin typeface="Courier New" panose="02070309020205020404" pitchFamily="49" charset="0"/>
                <a:cs typeface="Courier New" panose="02070309020205020404" pitchFamily="49" charset="0"/>
              </a:rPr>
              <a:t>System.out.println();</a:t>
            </a:r>
          </a:p>
          <a:p>
            <a:pPr marL="432" indent="0">
              <a:spcBef>
                <a:spcPts val="600"/>
              </a:spcBef>
              <a:buNone/>
            </a:pPr>
            <a:r>
              <a:rPr lang="en-US">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8798126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B4DB8D-EA31-41BB-9F57-DB769B67BA1E}"/>
              </a:ext>
            </a:extLst>
          </p:cNvPr>
          <p:cNvSpPr>
            <a:spLocks noGrp="1"/>
          </p:cNvSpPr>
          <p:nvPr>
            <p:ph type="title"/>
          </p:nvPr>
        </p:nvSpPr>
        <p:spPr/>
        <p:txBody>
          <a:bodyPr/>
          <a:lstStyle/>
          <a:p>
            <a:r>
              <a:rPr lang="en-US"/>
              <a:t>Bounded Generic Type</a:t>
            </a:r>
          </a:p>
        </p:txBody>
      </p:sp>
      <p:sp>
        <p:nvSpPr>
          <p:cNvPr id="3" name="Content Placeholder 2">
            <a:extLst>
              <a:ext uri="{FF2B5EF4-FFF2-40B4-BE49-F238E27FC236}">
                <a16:creationId xmlns:a16="http://schemas.microsoft.com/office/drawing/2014/main" id="{C906939F-6F1E-43DA-9865-65E731FAC91F}"/>
              </a:ext>
            </a:extLst>
          </p:cNvPr>
          <p:cNvSpPr>
            <a:spLocks noGrp="1"/>
          </p:cNvSpPr>
          <p:nvPr>
            <p:ph sz="quarter" idx="13"/>
          </p:nvPr>
        </p:nvSpPr>
        <p:spPr>
          <a:xfrm>
            <a:off x="457200" y="1554921"/>
            <a:ext cx="8193024" cy="4572000"/>
          </a:xfrm>
        </p:spPr>
        <p:txBody>
          <a:bodyPr/>
          <a:lstStyle/>
          <a:p>
            <a:pPr marL="432" indent="0">
              <a:spcBef>
                <a:spcPts val="0"/>
              </a:spcBef>
              <a:buNone/>
            </a:pPr>
            <a:r>
              <a:rPr lang="en-US" sz="2200" dirty="0">
                <a:latin typeface="Courier New" panose="02070309020205020404" pitchFamily="49" charset="0"/>
                <a:cs typeface="Courier New" panose="02070309020205020404" pitchFamily="49" charset="0"/>
              </a:rPr>
              <a:t>public static void main(String[] </a:t>
            </a:r>
            <a:r>
              <a:rPr lang="en-US" sz="2200" dirty="0" err="1">
                <a:latin typeface="Courier New" panose="02070309020205020404" pitchFamily="49" charset="0"/>
                <a:cs typeface="Courier New" panose="02070309020205020404" pitchFamily="49" charset="0"/>
              </a:rPr>
              <a:t>args</a:t>
            </a:r>
            <a:r>
              <a:rPr lang="en-US" sz="2200" dirty="0">
                <a:latin typeface="Courier New" panose="02070309020205020404" pitchFamily="49" charset="0"/>
                <a:cs typeface="Courier New" panose="02070309020205020404" pitchFamily="49" charset="0"/>
              </a:rPr>
              <a:t> ) {</a:t>
            </a:r>
          </a:p>
          <a:p>
            <a:pPr marL="360000" indent="0">
              <a:spcBef>
                <a:spcPts val="0"/>
              </a:spcBef>
              <a:buNone/>
            </a:pPr>
            <a:r>
              <a:rPr lang="en-US" sz="2200" dirty="0">
                <a:latin typeface="Courier New" panose="02070309020205020404" pitchFamily="49" charset="0"/>
                <a:cs typeface="Courier New" panose="02070309020205020404" pitchFamily="49" charset="0"/>
              </a:rPr>
              <a:t>Rectangle </a:t>
            </a:r>
            <a:r>
              <a:rPr lang="en-US" sz="2200" dirty="0" err="1">
                <a:latin typeface="Courier New" panose="02070309020205020404" pitchFamily="49" charset="0"/>
                <a:cs typeface="Courier New" panose="02070309020205020404" pitchFamily="49" charset="0"/>
              </a:rPr>
              <a:t>rectangle</a:t>
            </a:r>
            <a:r>
              <a:rPr lang="en-US" sz="2200" dirty="0">
                <a:latin typeface="Courier New" panose="02070309020205020404" pitchFamily="49" charset="0"/>
                <a:cs typeface="Courier New" panose="02070309020205020404" pitchFamily="49" charset="0"/>
              </a:rPr>
              <a:t> = new Rectangle(2, 2);</a:t>
            </a:r>
          </a:p>
          <a:p>
            <a:pPr marL="360000" indent="0">
              <a:spcBef>
                <a:spcPts val="0"/>
              </a:spcBef>
              <a:buNone/>
            </a:pPr>
            <a:r>
              <a:rPr lang="en-US" sz="2200" dirty="0">
                <a:latin typeface="Courier New" panose="02070309020205020404" pitchFamily="49" charset="0"/>
                <a:cs typeface="Courier New" panose="02070309020205020404" pitchFamily="49" charset="0"/>
              </a:rPr>
              <a:t>Circle </a:t>
            </a:r>
            <a:r>
              <a:rPr lang="en-US" sz="2200" dirty="0" err="1">
                <a:latin typeface="Courier New" panose="02070309020205020404" pitchFamily="49" charset="0"/>
                <a:cs typeface="Courier New" panose="02070309020205020404" pitchFamily="49" charset="0"/>
              </a:rPr>
              <a:t>circle</a:t>
            </a:r>
            <a:r>
              <a:rPr lang="en-US" sz="2200" dirty="0">
                <a:latin typeface="Courier New" panose="02070309020205020404" pitchFamily="49" charset="0"/>
                <a:cs typeface="Courier New" panose="02070309020205020404" pitchFamily="49" charset="0"/>
              </a:rPr>
              <a:t> = new Circle (2);</a:t>
            </a:r>
          </a:p>
          <a:p>
            <a:pPr marL="360000" indent="0">
              <a:spcBef>
                <a:spcPts val="0"/>
              </a:spcBef>
              <a:buNone/>
            </a:pPr>
            <a:r>
              <a:rPr lang="en-US" sz="2200" dirty="0" err="1">
                <a:latin typeface="Courier New" panose="02070309020205020404" pitchFamily="49" charset="0"/>
                <a:cs typeface="Courier New" panose="02070309020205020404" pitchFamily="49" charset="0"/>
              </a:rPr>
              <a:t>System.out.println</a:t>
            </a:r>
            <a:r>
              <a:rPr lang="en-US" sz="2200" dirty="0">
                <a:latin typeface="Courier New" panose="02070309020205020404" pitchFamily="49" charset="0"/>
                <a:cs typeface="Courier New" panose="02070309020205020404" pitchFamily="49" charset="0"/>
              </a:rPr>
              <a:t>("Same area? " +</a:t>
            </a:r>
          </a:p>
          <a:p>
            <a:pPr marL="720000" indent="0">
              <a:spcBef>
                <a:spcPts val="0"/>
              </a:spcBef>
              <a:buNone/>
            </a:pPr>
            <a:r>
              <a:rPr lang="en-US" sz="2200" dirty="0" err="1">
                <a:latin typeface="Courier New" panose="02070309020205020404" pitchFamily="49" charset="0"/>
                <a:cs typeface="Courier New" panose="02070309020205020404" pitchFamily="49" charset="0"/>
              </a:rPr>
              <a:t>equalArea</a:t>
            </a:r>
            <a:r>
              <a:rPr lang="en-US" sz="2200" dirty="0">
                <a:latin typeface="Courier New" panose="02070309020205020404" pitchFamily="49" charset="0"/>
                <a:cs typeface="Courier New" panose="02070309020205020404" pitchFamily="49" charset="0"/>
              </a:rPr>
              <a:t>(rectangle, circle));</a:t>
            </a:r>
          </a:p>
          <a:p>
            <a:pPr marL="432" indent="0">
              <a:spcBef>
                <a:spcPts val="0"/>
              </a:spcBef>
              <a:buNone/>
            </a:pPr>
            <a:r>
              <a:rPr lang="en-US" sz="2200" dirty="0">
                <a:latin typeface="Courier New" panose="02070309020205020404" pitchFamily="49" charset="0"/>
                <a:cs typeface="Courier New" panose="02070309020205020404" pitchFamily="49" charset="0"/>
              </a:rPr>
              <a:t>}</a:t>
            </a:r>
          </a:p>
          <a:p>
            <a:pPr marL="432" indent="0">
              <a:spcBef>
                <a:spcPts val="0"/>
              </a:spcBef>
              <a:buNone/>
            </a:pPr>
            <a:endParaRPr lang="en-US" sz="2200" dirty="0">
              <a:latin typeface="Courier New" panose="02070309020205020404" pitchFamily="49" charset="0"/>
              <a:cs typeface="Courier New" panose="02070309020205020404" pitchFamily="49" charset="0"/>
            </a:endParaRPr>
          </a:p>
          <a:p>
            <a:pPr marL="432" indent="0">
              <a:spcBef>
                <a:spcPts val="0"/>
              </a:spcBef>
              <a:buNone/>
            </a:pPr>
            <a:r>
              <a:rPr lang="en-US" sz="2200" dirty="0">
                <a:latin typeface="Courier New" panose="02070309020205020404" pitchFamily="49" charset="0"/>
                <a:cs typeface="Courier New" panose="02070309020205020404" pitchFamily="49" charset="0"/>
              </a:rPr>
              <a:t>public static &lt;</a:t>
            </a:r>
            <a:r>
              <a:rPr lang="en-US" sz="2200" dirty="0">
                <a:solidFill>
                  <a:srgbClr val="C00000"/>
                </a:solidFill>
                <a:latin typeface="Courier New" panose="02070309020205020404" pitchFamily="49" charset="0"/>
                <a:cs typeface="Courier New" panose="02070309020205020404" pitchFamily="49" charset="0"/>
              </a:rPr>
              <a:t>E extends </a:t>
            </a:r>
            <a:r>
              <a:rPr lang="en-US" sz="2200" dirty="0" err="1">
                <a:solidFill>
                  <a:srgbClr val="C00000"/>
                </a:solidFill>
                <a:latin typeface="Courier New" panose="02070309020205020404" pitchFamily="49" charset="0"/>
                <a:cs typeface="Courier New" panose="02070309020205020404" pitchFamily="49" charset="0"/>
              </a:rPr>
              <a:t>GeometricObject</a:t>
            </a:r>
            <a:r>
              <a:rPr lang="en-US" sz="2200" dirty="0">
                <a:latin typeface="Courier New" panose="02070309020205020404" pitchFamily="49" charset="0"/>
                <a:cs typeface="Courier New" panose="02070309020205020404" pitchFamily="49" charset="0"/>
              </a:rPr>
              <a:t>&gt; </a:t>
            </a:r>
            <a:r>
              <a:rPr lang="en-US" sz="2200" dirty="0" err="1">
                <a:latin typeface="Courier New" panose="02070309020205020404" pitchFamily="49" charset="0"/>
                <a:cs typeface="Courier New" panose="02070309020205020404" pitchFamily="49" charset="0"/>
              </a:rPr>
              <a:t>boolean</a:t>
            </a:r>
            <a:endParaRPr lang="en-US" sz="2200" dirty="0">
              <a:latin typeface="Courier New" panose="02070309020205020404" pitchFamily="49" charset="0"/>
              <a:cs typeface="Courier New" panose="02070309020205020404" pitchFamily="49" charset="0"/>
            </a:endParaRPr>
          </a:p>
          <a:p>
            <a:pPr marL="720000" indent="0">
              <a:spcBef>
                <a:spcPts val="0"/>
              </a:spcBef>
              <a:buNone/>
            </a:pPr>
            <a:r>
              <a:rPr lang="en-US" sz="2200" dirty="0" err="1">
                <a:latin typeface="Courier New" panose="02070309020205020404" pitchFamily="49" charset="0"/>
                <a:cs typeface="Courier New" panose="02070309020205020404" pitchFamily="49" charset="0"/>
              </a:rPr>
              <a:t>equalArea</a:t>
            </a:r>
            <a:r>
              <a:rPr lang="en-US" sz="2200" dirty="0">
                <a:latin typeface="Courier New" panose="02070309020205020404" pitchFamily="49" charset="0"/>
                <a:cs typeface="Courier New" panose="02070309020205020404" pitchFamily="49" charset="0"/>
              </a:rPr>
              <a:t>(E object1, E object2) {</a:t>
            </a:r>
          </a:p>
          <a:p>
            <a:pPr marL="360000" indent="0">
              <a:spcBef>
                <a:spcPts val="0"/>
              </a:spcBef>
              <a:buNone/>
            </a:pPr>
            <a:r>
              <a:rPr lang="en-US" sz="2200" dirty="0">
                <a:latin typeface="Courier New" panose="02070309020205020404" pitchFamily="49" charset="0"/>
                <a:cs typeface="Courier New" panose="02070309020205020404" pitchFamily="49" charset="0"/>
              </a:rPr>
              <a:t>return object1.getArea() == object2.getArea();</a:t>
            </a:r>
          </a:p>
          <a:p>
            <a:pPr marL="432" indent="0">
              <a:spcBef>
                <a:spcPts val="0"/>
              </a:spcBef>
              <a:buNone/>
            </a:pPr>
            <a:r>
              <a:rPr lang="en-US" sz="2200"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19273657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892776-26CE-44A1-8D6F-B0FBAFB2C8F0}"/>
              </a:ext>
            </a:extLst>
          </p:cNvPr>
          <p:cNvSpPr>
            <a:spLocks noGrp="1"/>
          </p:cNvSpPr>
          <p:nvPr>
            <p:ph type="title"/>
          </p:nvPr>
        </p:nvSpPr>
        <p:spPr/>
        <p:txBody>
          <a:bodyPr/>
          <a:lstStyle/>
          <a:p>
            <a:r>
              <a:rPr lang="en-US" sz="3200"/>
              <a:t>Raw Type and Backward Compatibility</a:t>
            </a:r>
          </a:p>
        </p:txBody>
      </p:sp>
      <p:sp>
        <p:nvSpPr>
          <p:cNvPr id="3" name="Content Placeholder 2">
            <a:extLst>
              <a:ext uri="{FF2B5EF4-FFF2-40B4-BE49-F238E27FC236}">
                <a16:creationId xmlns:a16="http://schemas.microsoft.com/office/drawing/2014/main" id="{EACDC1F8-0D3A-4445-A4CA-074EA476CB71}"/>
              </a:ext>
            </a:extLst>
          </p:cNvPr>
          <p:cNvSpPr>
            <a:spLocks noGrp="1"/>
          </p:cNvSpPr>
          <p:nvPr>
            <p:ph sz="quarter" idx="13"/>
          </p:nvPr>
        </p:nvSpPr>
        <p:spPr>
          <a:xfrm>
            <a:off x="457200" y="1554921"/>
            <a:ext cx="8232775" cy="2448000"/>
          </a:xfrm>
        </p:spPr>
        <p:txBody>
          <a:bodyPr/>
          <a:lstStyle/>
          <a:p>
            <a:pPr marL="432" indent="0">
              <a:buNone/>
            </a:pPr>
            <a:r>
              <a:rPr lang="en-US" sz="2000">
                <a:latin typeface="Courier New" panose="02070309020205020404" pitchFamily="49" charset="0"/>
                <a:cs typeface="Courier New" panose="02070309020205020404" pitchFamily="49" charset="0"/>
              </a:rPr>
              <a:t>// raw type</a:t>
            </a:r>
          </a:p>
          <a:p>
            <a:pPr marL="432" indent="0">
              <a:buNone/>
            </a:pPr>
            <a:r>
              <a:rPr lang="en-US" sz="2000">
                <a:latin typeface="Courier New" panose="02070309020205020404" pitchFamily="49" charset="0"/>
                <a:cs typeface="Courier New" panose="02070309020205020404" pitchFamily="49" charset="0"/>
              </a:rPr>
              <a:t>ArrayList list = new ArrayList();</a:t>
            </a:r>
          </a:p>
          <a:p>
            <a:pPr marL="432" indent="0">
              <a:buNone/>
            </a:pPr>
            <a:endParaRPr lang="en-US" sz="2000">
              <a:latin typeface="Courier New" panose="02070309020205020404" pitchFamily="49" charset="0"/>
              <a:cs typeface="Courier New" panose="02070309020205020404" pitchFamily="49" charset="0"/>
            </a:endParaRPr>
          </a:p>
          <a:p>
            <a:pPr marL="432" indent="0">
              <a:buNone/>
            </a:pPr>
            <a:r>
              <a:rPr lang="en-US" sz="2000">
                <a:latin typeface="Courier New" panose="02070309020205020404" pitchFamily="49" charset="0"/>
                <a:cs typeface="Courier New" panose="02070309020205020404" pitchFamily="49" charset="0"/>
              </a:rPr>
              <a:t>This is </a:t>
            </a:r>
            <a:r>
              <a:rPr lang="en-US" sz="2000" b="1">
                <a:latin typeface="Courier New" panose="02070309020205020404" pitchFamily="49" charset="0"/>
                <a:cs typeface="Courier New" panose="02070309020205020404" pitchFamily="49" charset="0"/>
              </a:rPr>
              <a:t>roughly</a:t>
            </a:r>
            <a:r>
              <a:rPr lang="en-US" sz="2000">
                <a:latin typeface="Courier New" panose="02070309020205020404" pitchFamily="49" charset="0"/>
                <a:cs typeface="Courier New" panose="02070309020205020404" pitchFamily="49" charset="0"/>
              </a:rPr>
              <a:t> equivalent to</a:t>
            </a:r>
          </a:p>
          <a:p>
            <a:pPr marL="432" indent="0">
              <a:buNone/>
            </a:pPr>
            <a:r>
              <a:rPr lang="en-US" sz="2000">
                <a:latin typeface="Courier New" panose="02070309020205020404" pitchFamily="49" charset="0"/>
                <a:cs typeface="Courier New" panose="02070309020205020404" pitchFamily="49" charset="0"/>
              </a:rPr>
              <a:t>ArrayList&lt;Object&gt; list = new ArrayList&lt;Object&gt;();</a:t>
            </a:r>
          </a:p>
        </p:txBody>
      </p:sp>
    </p:spTree>
    <p:extLst>
      <p:ext uri="{BB962C8B-B14F-4D97-AF65-F5344CB8AC3E}">
        <p14:creationId xmlns:p14="http://schemas.microsoft.com/office/powerpoint/2010/main" val="32301235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BFFD9C-A579-4A20-8813-C4555D1DB711}"/>
              </a:ext>
            </a:extLst>
          </p:cNvPr>
          <p:cNvSpPr>
            <a:spLocks noGrp="1"/>
          </p:cNvSpPr>
          <p:nvPr>
            <p:ph type="title"/>
          </p:nvPr>
        </p:nvSpPr>
        <p:spPr/>
        <p:txBody>
          <a:bodyPr/>
          <a:lstStyle/>
          <a:p>
            <a:r>
              <a:rPr lang="en-US"/>
              <a:t>Raw Type Is Unsafe</a:t>
            </a:r>
          </a:p>
        </p:txBody>
      </p:sp>
      <p:sp>
        <p:nvSpPr>
          <p:cNvPr id="3" name="Content Placeholder 2">
            <a:extLst>
              <a:ext uri="{FF2B5EF4-FFF2-40B4-BE49-F238E27FC236}">
                <a16:creationId xmlns:a16="http://schemas.microsoft.com/office/drawing/2014/main" id="{DA6CF6BB-CE72-40CA-B73A-D3B843333C66}"/>
              </a:ext>
            </a:extLst>
          </p:cNvPr>
          <p:cNvSpPr>
            <a:spLocks noGrp="1"/>
          </p:cNvSpPr>
          <p:nvPr>
            <p:ph sz="quarter" idx="13"/>
          </p:nvPr>
        </p:nvSpPr>
        <p:spPr>
          <a:xfrm>
            <a:off x="457200" y="1556327"/>
            <a:ext cx="8208000" cy="2628000"/>
          </a:xfrm>
        </p:spPr>
        <p:txBody>
          <a:bodyPr/>
          <a:lstStyle/>
          <a:p>
            <a:pPr marL="432" indent="0">
              <a:spcBef>
                <a:spcPts val="0"/>
              </a:spcBef>
              <a:buNone/>
            </a:pPr>
            <a:r>
              <a:rPr lang="en-US" sz="1600" dirty="0">
                <a:latin typeface="Courier New" panose="02070309020205020404" pitchFamily="49" charset="0"/>
                <a:cs typeface="Courier New" panose="02070309020205020404" pitchFamily="49" charset="0"/>
              </a:rPr>
              <a:t>// Max.java: Find a maximum object</a:t>
            </a:r>
          </a:p>
          <a:p>
            <a:pPr marL="432" indent="0">
              <a:spcBef>
                <a:spcPts val="0"/>
              </a:spcBef>
              <a:buNone/>
            </a:pPr>
            <a:r>
              <a:rPr lang="en-US" sz="1600" dirty="0">
                <a:latin typeface="Courier New" panose="02070309020205020404" pitchFamily="49" charset="0"/>
                <a:cs typeface="Courier New" panose="02070309020205020404" pitchFamily="49" charset="0"/>
              </a:rPr>
              <a:t>public class Max {</a:t>
            </a:r>
          </a:p>
          <a:p>
            <a:pPr marL="432" indent="0">
              <a:spcBef>
                <a:spcPts val="0"/>
              </a:spcBef>
              <a:buNone/>
            </a:pPr>
            <a:r>
              <a:rPr lang="en-US" sz="1600" dirty="0">
                <a:latin typeface="Courier New" panose="02070309020205020404" pitchFamily="49" charset="0"/>
                <a:cs typeface="Courier New" panose="02070309020205020404" pitchFamily="49" charset="0"/>
              </a:rPr>
              <a:t>/** Return the maximum between two objects */</a:t>
            </a:r>
          </a:p>
          <a:p>
            <a:pPr marL="180000" indent="0">
              <a:spcBef>
                <a:spcPts val="0"/>
              </a:spcBef>
              <a:buNone/>
            </a:pPr>
            <a:r>
              <a:rPr lang="en-US" sz="1600" dirty="0">
                <a:latin typeface="Courier New" panose="02070309020205020404" pitchFamily="49" charset="0"/>
                <a:cs typeface="Courier New" panose="02070309020205020404" pitchFamily="49" charset="0"/>
              </a:rPr>
              <a:t>public static Comparable max(Comparable o1, Comparable o2) {</a:t>
            </a:r>
          </a:p>
          <a:p>
            <a:pPr marL="360000" indent="0">
              <a:spcBef>
                <a:spcPts val="0"/>
              </a:spcBef>
              <a:buNone/>
            </a:pPr>
            <a:r>
              <a:rPr lang="en-US" sz="1600" dirty="0">
                <a:latin typeface="Courier New" panose="02070309020205020404" pitchFamily="49" charset="0"/>
                <a:cs typeface="Courier New" panose="02070309020205020404" pitchFamily="49" charset="0"/>
              </a:rPr>
              <a:t>if (o1.compareTo(o2) &gt; 0)</a:t>
            </a:r>
          </a:p>
          <a:p>
            <a:pPr marL="540000" indent="0">
              <a:spcBef>
                <a:spcPts val="0"/>
              </a:spcBef>
              <a:buNone/>
            </a:pPr>
            <a:r>
              <a:rPr lang="en-US" sz="1600" dirty="0">
                <a:latin typeface="Courier New" panose="02070309020205020404" pitchFamily="49" charset="0"/>
                <a:cs typeface="Courier New" panose="02070309020205020404" pitchFamily="49" charset="0"/>
              </a:rPr>
              <a:t>return o1;</a:t>
            </a:r>
          </a:p>
          <a:p>
            <a:pPr marL="360000" indent="0">
              <a:spcBef>
                <a:spcPts val="0"/>
              </a:spcBef>
              <a:buNone/>
            </a:pPr>
            <a:r>
              <a:rPr lang="en-US" sz="1600" dirty="0">
                <a:latin typeface="Courier New" panose="02070309020205020404" pitchFamily="49" charset="0"/>
                <a:cs typeface="Courier New" panose="02070309020205020404" pitchFamily="49" charset="0"/>
              </a:rPr>
              <a:t>else</a:t>
            </a:r>
          </a:p>
          <a:p>
            <a:pPr marL="360000" indent="0">
              <a:spcBef>
                <a:spcPts val="0"/>
              </a:spcBef>
              <a:buNone/>
            </a:pPr>
            <a:r>
              <a:rPr lang="en-US" sz="1600" dirty="0">
                <a:latin typeface="Courier New" panose="02070309020205020404" pitchFamily="49" charset="0"/>
                <a:cs typeface="Courier New" panose="02070309020205020404" pitchFamily="49" charset="0"/>
              </a:rPr>
              <a:t>return o2;</a:t>
            </a:r>
          </a:p>
          <a:p>
            <a:pPr marL="180000" indent="0">
              <a:spcBef>
                <a:spcPts val="0"/>
              </a:spcBef>
              <a:buNone/>
            </a:pPr>
            <a:r>
              <a:rPr lang="en-US" sz="1600" dirty="0">
                <a:latin typeface="Courier New" panose="02070309020205020404" pitchFamily="49" charset="0"/>
                <a:cs typeface="Courier New" panose="02070309020205020404" pitchFamily="49" charset="0"/>
              </a:rPr>
              <a:t>}</a:t>
            </a:r>
          </a:p>
          <a:p>
            <a:pPr marL="432" indent="0">
              <a:spcBef>
                <a:spcPts val="0"/>
              </a:spcBef>
              <a:buNone/>
            </a:pPr>
            <a:r>
              <a:rPr lang="en-US" sz="1600" dirty="0">
                <a:latin typeface="Courier New" panose="02070309020205020404" pitchFamily="49" charset="0"/>
                <a:cs typeface="Courier New" panose="02070309020205020404" pitchFamily="49" charset="0"/>
              </a:rPr>
              <a:t>}</a:t>
            </a:r>
          </a:p>
        </p:txBody>
      </p:sp>
      <p:sp>
        <p:nvSpPr>
          <p:cNvPr id="4" name="Content Placeholder 3">
            <a:extLst>
              <a:ext uri="{FF2B5EF4-FFF2-40B4-BE49-F238E27FC236}">
                <a16:creationId xmlns:a16="http://schemas.microsoft.com/office/drawing/2014/main" id="{4C0FB68F-1B17-4E4F-8F90-366B9FFA9C75}"/>
              </a:ext>
            </a:extLst>
          </p:cNvPr>
          <p:cNvSpPr>
            <a:spLocks noGrp="1"/>
          </p:cNvSpPr>
          <p:nvPr>
            <p:ph sz="quarter" idx="14"/>
          </p:nvPr>
        </p:nvSpPr>
        <p:spPr>
          <a:xfrm>
            <a:off x="457200" y="4337334"/>
            <a:ext cx="8229600" cy="864000"/>
          </a:xfrm>
        </p:spPr>
        <p:txBody>
          <a:bodyPr/>
          <a:lstStyle/>
          <a:p>
            <a:pPr marL="432" indent="0">
              <a:buNone/>
            </a:pPr>
            <a:r>
              <a:rPr lang="en-US" sz="1600" dirty="0">
                <a:cs typeface="Courier New" panose="02070309020205020404" pitchFamily="49" charset="0"/>
              </a:rPr>
              <a:t>Runtime Error:</a:t>
            </a:r>
          </a:p>
          <a:p>
            <a:pPr marL="432" indent="0">
              <a:buNone/>
            </a:pPr>
            <a:r>
              <a:rPr lang="en-US" sz="1600" dirty="0" err="1">
                <a:latin typeface="Courier New" panose="02070309020205020404" pitchFamily="49" charset="0"/>
                <a:cs typeface="Courier New" panose="02070309020205020404" pitchFamily="49" charset="0"/>
              </a:rPr>
              <a:t>Max.max</a:t>
            </a:r>
            <a:r>
              <a:rPr lang="en-US" sz="1600" dirty="0">
                <a:latin typeface="Courier New" panose="02070309020205020404" pitchFamily="49" charset="0"/>
                <a:cs typeface="Courier New" panose="02070309020205020404" pitchFamily="49" charset="0"/>
              </a:rPr>
              <a:t>("Welcome", 23); // No compile error</a:t>
            </a:r>
          </a:p>
        </p:txBody>
      </p:sp>
    </p:spTree>
    <p:extLst>
      <p:ext uri="{BB962C8B-B14F-4D97-AF65-F5344CB8AC3E}">
        <p14:creationId xmlns:p14="http://schemas.microsoft.com/office/powerpoint/2010/main" val="6699886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965F66-F7C9-41DA-874F-7735FE86F3EB}"/>
              </a:ext>
            </a:extLst>
          </p:cNvPr>
          <p:cNvSpPr>
            <a:spLocks noGrp="1"/>
          </p:cNvSpPr>
          <p:nvPr>
            <p:ph type="title"/>
          </p:nvPr>
        </p:nvSpPr>
        <p:spPr/>
        <p:txBody>
          <a:bodyPr/>
          <a:lstStyle/>
          <a:p>
            <a:r>
              <a:rPr lang="en-US"/>
              <a:t>Avoiding Unsafe Raw Types</a:t>
            </a:r>
          </a:p>
        </p:txBody>
      </p:sp>
      <p:sp>
        <p:nvSpPr>
          <p:cNvPr id="3" name="Content Placeholder 2">
            <a:extLst>
              <a:ext uri="{FF2B5EF4-FFF2-40B4-BE49-F238E27FC236}">
                <a16:creationId xmlns:a16="http://schemas.microsoft.com/office/drawing/2014/main" id="{FE201B6F-CE3F-4E54-A782-B9B44A1C6CF2}"/>
              </a:ext>
            </a:extLst>
          </p:cNvPr>
          <p:cNvSpPr>
            <a:spLocks noGrp="1"/>
          </p:cNvSpPr>
          <p:nvPr>
            <p:ph sz="quarter" idx="13"/>
          </p:nvPr>
        </p:nvSpPr>
        <p:spPr>
          <a:xfrm>
            <a:off x="457200" y="1552575"/>
            <a:ext cx="5609772" cy="2232000"/>
          </a:xfrm>
        </p:spPr>
        <p:txBody>
          <a:bodyPr/>
          <a:lstStyle/>
          <a:p>
            <a:pPr marL="432" indent="0">
              <a:buNone/>
            </a:pPr>
            <a:r>
              <a:rPr lang="en-US" dirty="0"/>
              <a:t>Use</a:t>
            </a:r>
          </a:p>
          <a:p>
            <a:pPr marL="432" indent="0">
              <a:buNone/>
            </a:pPr>
            <a:r>
              <a:rPr lang="en-US" dirty="0">
                <a:latin typeface="Courier New" panose="02070309020205020404" pitchFamily="49" charset="0"/>
                <a:cs typeface="Courier New" panose="02070309020205020404" pitchFamily="49" charset="0"/>
              </a:rPr>
              <a:t>new </a:t>
            </a:r>
            <a:r>
              <a:rPr lang="en-US" dirty="0" err="1">
                <a:latin typeface="Courier New" panose="02070309020205020404" pitchFamily="49" charset="0"/>
                <a:cs typeface="Courier New" panose="02070309020205020404" pitchFamily="49" charset="0"/>
              </a:rPr>
              <a:t>ArrayList</a:t>
            </a:r>
            <a:r>
              <a:rPr lang="en-US" dirty="0">
                <a:latin typeface="Courier New" panose="02070309020205020404" pitchFamily="49" charset="0"/>
                <a:cs typeface="Courier New" panose="02070309020205020404" pitchFamily="49" charset="0"/>
              </a:rPr>
              <a:t>&lt;</a:t>
            </a:r>
            <a:r>
              <a:rPr lang="en-US" dirty="0" err="1">
                <a:latin typeface="Courier New" panose="02070309020205020404" pitchFamily="49" charset="0"/>
                <a:cs typeface="Courier New" panose="02070309020205020404" pitchFamily="49" charset="0"/>
              </a:rPr>
              <a:t>ConcreteType</a:t>
            </a:r>
            <a:r>
              <a:rPr lang="en-US" dirty="0">
                <a:latin typeface="Courier New" panose="02070309020205020404" pitchFamily="49" charset="0"/>
                <a:cs typeface="Courier New" panose="02070309020205020404" pitchFamily="49" charset="0"/>
              </a:rPr>
              <a:t>&gt;()</a:t>
            </a:r>
          </a:p>
          <a:p>
            <a:pPr marL="432" indent="0">
              <a:buNone/>
            </a:pPr>
            <a:r>
              <a:rPr lang="en-US" dirty="0"/>
              <a:t>Instead of</a:t>
            </a:r>
          </a:p>
          <a:p>
            <a:pPr marL="432" indent="0">
              <a:buNone/>
            </a:pPr>
            <a:r>
              <a:rPr lang="en-US" dirty="0">
                <a:latin typeface="Courier New" panose="02070309020205020404" pitchFamily="49" charset="0"/>
                <a:cs typeface="Courier New" panose="02070309020205020404" pitchFamily="49" charset="0"/>
              </a:rPr>
              <a:t>new </a:t>
            </a:r>
            <a:r>
              <a:rPr lang="en-US" dirty="0" err="1">
                <a:latin typeface="Courier New" panose="02070309020205020404" pitchFamily="49" charset="0"/>
                <a:cs typeface="Courier New" panose="02070309020205020404" pitchFamily="49" charset="0"/>
              </a:rPr>
              <a:t>ArrayList</a:t>
            </a:r>
            <a:r>
              <a:rPr lang="en-US" dirty="0">
                <a:latin typeface="Courier New" panose="02070309020205020404" pitchFamily="49" charset="0"/>
                <a:cs typeface="Courier New" panose="02070309020205020404" pitchFamily="49" charset="0"/>
              </a:rPr>
              <a:t>();</a:t>
            </a:r>
          </a:p>
        </p:txBody>
      </p:sp>
      <p:sp>
        <p:nvSpPr>
          <p:cNvPr id="10" name="Text Placeholder 9">
            <a:extLst>
              <a:ext uri="{FF2B5EF4-FFF2-40B4-BE49-F238E27FC236}">
                <a16:creationId xmlns:a16="http://schemas.microsoft.com/office/drawing/2014/main" id="{AA383BA8-4128-4AAD-9285-18C93B7C2843}"/>
              </a:ext>
            </a:extLst>
          </p:cNvPr>
          <p:cNvSpPr>
            <a:spLocks noGrp="1"/>
          </p:cNvSpPr>
          <p:nvPr>
            <p:ph type="body" sz="quarter" idx="20"/>
          </p:nvPr>
        </p:nvSpPr>
        <p:spPr>
          <a:xfrm>
            <a:off x="6066972" y="5707062"/>
            <a:ext cx="2619828" cy="505052"/>
          </a:xfrm>
        </p:spPr>
        <p:txBody>
          <a:bodyPr/>
          <a:lstStyle/>
          <a:p>
            <a:pPr marL="432" indent="0">
              <a:buNone/>
            </a:pPr>
            <a:r>
              <a:rPr lang="en-US" dirty="0">
                <a:hlinkClick r:id="rId3" tooltip="https://liveexample.pearsoncmg.com/html/TestArrayListNew.html"/>
              </a:rPr>
              <a:t>TestArrayListNew</a:t>
            </a:r>
            <a:endParaRPr lang="en-US" dirty="0">
              <a:hlinkClick r:id="rId3" tooltip="https://liveexample.pearsoncmg.com/html/TestArrayListNew.html"/>
            </a:endParaRPr>
          </a:p>
        </p:txBody>
      </p:sp>
    </p:spTree>
    <p:extLst>
      <p:ext uri="{BB962C8B-B14F-4D97-AF65-F5344CB8AC3E}">
        <p14:creationId xmlns:p14="http://schemas.microsoft.com/office/powerpoint/2010/main" val="325098991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BFFD9C-A579-4A20-8813-C4555D1DB711}"/>
              </a:ext>
            </a:extLst>
          </p:cNvPr>
          <p:cNvSpPr>
            <a:spLocks noGrp="1"/>
          </p:cNvSpPr>
          <p:nvPr>
            <p:ph type="title"/>
          </p:nvPr>
        </p:nvSpPr>
        <p:spPr/>
        <p:txBody>
          <a:bodyPr/>
          <a:lstStyle/>
          <a:p>
            <a:r>
              <a:rPr lang="en-US"/>
              <a:t>Make It Safe</a:t>
            </a:r>
          </a:p>
        </p:txBody>
      </p:sp>
      <p:sp>
        <p:nvSpPr>
          <p:cNvPr id="3" name="Content Placeholder 2">
            <a:extLst>
              <a:ext uri="{FF2B5EF4-FFF2-40B4-BE49-F238E27FC236}">
                <a16:creationId xmlns:a16="http://schemas.microsoft.com/office/drawing/2014/main" id="{DA6CF6BB-CE72-40CA-B73A-D3B843333C66}"/>
              </a:ext>
            </a:extLst>
          </p:cNvPr>
          <p:cNvSpPr>
            <a:spLocks noGrp="1"/>
          </p:cNvSpPr>
          <p:nvPr>
            <p:ph sz="quarter" idx="13"/>
          </p:nvPr>
        </p:nvSpPr>
        <p:spPr>
          <a:xfrm>
            <a:off x="457200" y="1556327"/>
            <a:ext cx="7527851" cy="3204000"/>
          </a:xfrm>
        </p:spPr>
        <p:txBody>
          <a:bodyPr/>
          <a:lstStyle/>
          <a:p>
            <a:pPr marL="432" indent="0">
              <a:spcBef>
                <a:spcPts val="0"/>
              </a:spcBef>
              <a:buNone/>
            </a:pPr>
            <a:r>
              <a:rPr lang="en-US" sz="1800" dirty="0">
                <a:latin typeface="Courier New" panose="02070309020205020404" pitchFamily="49" charset="0"/>
                <a:cs typeface="Courier New" panose="02070309020205020404" pitchFamily="49" charset="0"/>
              </a:rPr>
              <a:t>// Max1.java: Find a maximum object</a:t>
            </a:r>
          </a:p>
          <a:p>
            <a:pPr marL="432" indent="0">
              <a:spcBef>
                <a:spcPts val="0"/>
              </a:spcBef>
              <a:buNone/>
            </a:pPr>
            <a:r>
              <a:rPr lang="en-US" sz="1800" dirty="0">
                <a:latin typeface="Courier New" panose="02070309020205020404" pitchFamily="49" charset="0"/>
                <a:cs typeface="Courier New" panose="02070309020205020404" pitchFamily="49" charset="0"/>
              </a:rPr>
              <a:t>public class Max1 {</a:t>
            </a:r>
          </a:p>
          <a:p>
            <a:pPr marL="180000" indent="0">
              <a:spcBef>
                <a:spcPts val="0"/>
              </a:spcBef>
              <a:buNone/>
            </a:pPr>
            <a:r>
              <a:rPr lang="en-US" sz="1800" dirty="0">
                <a:latin typeface="Courier New" panose="02070309020205020404" pitchFamily="49" charset="0"/>
                <a:cs typeface="Courier New" panose="02070309020205020404" pitchFamily="49" charset="0"/>
              </a:rPr>
              <a:t>/** Return the maximum between two objects */</a:t>
            </a:r>
          </a:p>
          <a:p>
            <a:pPr marL="180000" indent="0">
              <a:spcBef>
                <a:spcPts val="0"/>
              </a:spcBef>
              <a:buNone/>
            </a:pPr>
            <a:r>
              <a:rPr lang="en-US" sz="1800" dirty="0">
                <a:latin typeface="Courier New" panose="02070309020205020404" pitchFamily="49" charset="0"/>
                <a:cs typeface="Courier New" panose="02070309020205020404" pitchFamily="49" charset="0"/>
              </a:rPr>
              <a:t>public static &lt;E extends Comparable&lt;E&gt;&gt; E max(E o1, E o2) {</a:t>
            </a:r>
          </a:p>
          <a:p>
            <a:pPr marL="360000" indent="0">
              <a:spcBef>
                <a:spcPts val="0"/>
              </a:spcBef>
              <a:buNone/>
            </a:pPr>
            <a:r>
              <a:rPr lang="en-US" sz="1800" dirty="0">
                <a:latin typeface="Courier New" panose="02070309020205020404" pitchFamily="49" charset="0"/>
                <a:cs typeface="Courier New" panose="02070309020205020404" pitchFamily="49" charset="0"/>
              </a:rPr>
              <a:t>if (o1.compareTo(o2) &gt; 0)</a:t>
            </a:r>
          </a:p>
          <a:p>
            <a:pPr marL="540000" indent="0">
              <a:spcBef>
                <a:spcPts val="0"/>
              </a:spcBef>
              <a:buNone/>
            </a:pPr>
            <a:r>
              <a:rPr lang="en-US" sz="1800" dirty="0">
                <a:latin typeface="Courier New" panose="02070309020205020404" pitchFamily="49" charset="0"/>
                <a:cs typeface="Courier New" panose="02070309020205020404" pitchFamily="49" charset="0"/>
              </a:rPr>
              <a:t>return o1;</a:t>
            </a:r>
          </a:p>
          <a:p>
            <a:pPr marL="360000" indent="0">
              <a:spcBef>
                <a:spcPts val="0"/>
              </a:spcBef>
              <a:buNone/>
            </a:pPr>
            <a:r>
              <a:rPr lang="en-US" sz="1800" dirty="0">
                <a:latin typeface="Courier New" panose="02070309020205020404" pitchFamily="49" charset="0"/>
                <a:cs typeface="Courier New" panose="02070309020205020404" pitchFamily="49" charset="0"/>
              </a:rPr>
              <a:t>else</a:t>
            </a:r>
          </a:p>
          <a:p>
            <a:pPr marL="540000" indent="0">
              <a:spcBef>
                <a:spcPts val="0"/>
              </a:spcBef>
              <a:buNone/>
            </a:pPr>
            <a:r>
              <a:rPr lang="en-US" sz="1800" dirty="0">
                <a:latin typeface="Courier New" panose="02070309020205020404" pitchFamily="49" charset="0"/>
                <a:cs typeface="Courier New" panose="02070309020205020404" pitchFamily="49" charset="0"/>
              </a:rPr>
              <a:t>return o2;</a:t>
            </a:r>
          </a:p>
          <a:p>
            <a:pPr marL="180000" indent="0">
              <a:spcBef>
                <a:spcPts val="0"/>
              </a:spcBef>
              <a:buNone/>
            </a:pPr>
            <a:r>
              <a:rPr lang="en-US" sz="1800" dirty="0">
                <a:latin typeface="Courier New" panose="02070309020205020404" pitchFamily="49" charset="0"/>
                <a:cs typeface="Courier New" panose="02070309020205020404" pitchFamily="49" charset="0"/>
              </a:rPr>
              <a:t>}</a:t>
            </a:r>
          </a:p>
          <a:p>
            <a:pPr marL="432" indent="0">
              <a:spcBef>
                <a:spcPts val="0"/>
              </a:spcBef>
              <a:buNone/>
            </a:pPr>
            <a:r>
              <a:rPr lang="en-US" sz="1800" dirty="0">
                <a:latin typeface="Courier New" panose="02070309020205020404" pitchFamily="49" charset="0"/>
                <a:cs typeface="Courier New" panose="02070309020205020404" pitchFamily="49" charset="0"/>
              </a:rPr>
              <a:t>}</a:t>
            </a:r>
          </a:p>
        </p:txBody>
      </p:sp>
      <p:sp>
        <p:nvSpPr>
          <p:cNvPr id="4" name="Content Placeholder 3">
            <a:extLst>
              <a:ext uri="{FF2B5EF4-FFF2-40B4-BE49-F238E27FC236}">
                <a16:creationId xmlns:a16="http://schemas.microsoft.com/office/drawing/2014/main" id="{4C0FB68F-1B17-4E4F-8F90-366B9FFA9C75}"/>
              </a:ext>
            </a:extLst>
          </p:cNvPr>
          <p:cNvSpPr>
            <a:spLocks noGrp="1"/>
          </p:cNvSpPr>
          <p:nvPr>
            <p:ph sz="quarter" idx="14"/>
          </p:nvPr>
        </p:nvSpPr>
        <p:spPr>
          <a:xfrm>
            <a:off x="457200" y="4905061"/>
            <a:ext cx="3492000" cy="432000"/>
          </a:xfrm>
        </p:spPr>
        <p:txBody>
          <a:bodyPr/>
          <a:lstStyle/>
          <a:p>
            <a:pPr marL="432" indent="0">
              <a:buNone/>
            </a:pPr>
            <a:r>
              <a:rPr lang="en-US" sz="1800">
                <a:latin typeface="Courier New" panose="02070309020205020404" pitchFamily="49" charset="0"/>
                <a:cs typeface="Courier New" panose="02070309020205020404" pitchFamily="49" charset="0"/>
              </a:rPr>
              <a:t>Max.max("Welcome", 23);</a:t>
            </a:r>
          </a:p>
        </p:txBody>
      </p:sp>
    </p:spTree>
    <p:extLst>
      <p:ext uri="{BB962C8B-B14F-4D97-AF65-F5344CB8AC3E}">
        <p14:creationId xmlns:p14="http://schemas.microsoft.com/office/powerpoint/2010/main" val="107106452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5">
            <a:extLst>
              <a:ext uri="{FF2B5EF4-FFF2-40B4-BE49-F238E27FC236}">
                <a16:creationId xmlns:a16="http://schemas.microsoft.com/office/drawing/2014/main" id="{24124083-395D-40F0-A9F1-D1F47695700F}"/>
              </a:ext>
            </a:extLst>
          </p:cNvPr>
          <p:cNvSpPr>
            <a:spLocks noGrp="1"/>
          </p:cNvSpPr>
          <p:nvPr>
            <p:ph type="title"/>
          </p:nvPr>
        </p:nvSpPr>
        <p:spPr>
          <a:xfrm>
            <a:off x="457200" y="215371"/>
            <a:ext cx="8229600" cy="1097279"/>
          </a:xfrm>
        </p:spPr>
        <p:txBody>
          <a:bodyPr/>
          <a:lstStyle/>
          <a:p>
            <a:r>
              <a:rPr lang="en-US" dirty="0"/>
              <a:t>Wildcards</a:t>
            </a:r>
          </a:p>
        </p:txBody>
      </p:sp>
      <p:sp>
        <p:nvSpPr>
          <p:cNvPr id="17" name="Content Placeholder 16">
            <a:extLst>
              <a:ext uri="{FF2B5EF4-FFF2-40B4-BE49-F238E27FC236}">
                <a16:creationId xmlns:a16="http://schemas.microsoft.com/office/drawing/2014/main" id="{E735F67F-4583-4CEC-AE81-78C070E6764A}"/>
              </a:ext>
            </a:extLst>
          </p:cNvPr>
          <p:cNvSpPr>
            <a:spLocks noGrp="1"/>
          </p:cNvSpPr>
          <p:nvPr>
            <p:ph sz="quarter" idx="13"/>
          </p:nvPr>
        </p:nvSpPr>
        <p:spPr>
          <a:xfrm>
            <a:off x="457200" y="1552575"/>
            <a:ext cx="6985000" cy="540000"/>
          </a:xfrm>
        </p:spPr>
        <p:txBody>
          <a:bodyPr/>
          <a:lstStyle/>
          <a:p>
            <a:pPr marL="432" indent="0">
              <a:buNone/>
            </a:pPr>
            <a:r>
              <a:rPr lang="en-US"/>
              <a:t>Why wildcards are necessary? See this example.</a:t>
            </a:r>
          </a:p>
        </p:txBody>
      </p:sp>
      <p:sp>
        <p:nvSpPr>
          <p:cNvPr id="24" name="Text Placeholder 23">
            <a:extLst>
              <a:ext uri="{FF2B5EF4-FFF2-40B4-BE49-F238E27FC236}">
                <a16:creationId xmlns:a16="http://schemas.microsoft.com/office/drawing/2014/main" id="{F4E7D2BF-FE6A-4E2F-B83B-2098C77EAAF8}"/>
              </a:ext>
            </a:extLst>
          </p:cNvPr>
          <p:cNvSpPr>
            <a:spLocks noGrp="1"/>
          </p:cNvSpPr>
          <p:nvPr>
            <p:ph type="body" sz="quarter" idx="14"/>
          </p:nvPr>
        </p:nvSpPr>
        <p:spPr>
          <a:xfrm>
            <a:off x="454660" y="2265363"/>
            <a:ext cx="3096000" cy="540000"/>
          </a:xfrm>
        </p:spPr>
        <p:txBody>
          <a:bodyPr tIns="0"/>
          <a:lstStyle/>
          <a:p>
            <a:pPr marL="432" indent="0">
              <a:buNone/>
            </a:pPr>
            <a:r>
              <a:rPr lang="en-US" sz="2400" dirty="0">
                <a:latin typeface="+mn-lt"/>
                <a:hlinkClick r:id="rId3" tooltip="https://liveexample.pearsoncmg.com/html/WildCardNeedDemo.html"/>
              </a:rPr>
              <a:t>WildCardNeedDemo</a:t>
            </a:r>
          </a:p>
        </p:txBody>
      </p:sp>
      <p:sp>
        <p:nvSpPr>
          <p:cNvPr id="18" name="Content Placeholder 17">
            <a:extLst>
              <a:ext uri="{FF2B5EF4-FFF2-40B4-BE49-F238E27FC236}">
                <a16:creationId xmlns:a16="http://schemas.microsoft.com/office/drawing/2014/main" id="{5CD629D1-A7D1-47DA-A877-E26110E1FDAC}"/>
              </a:ext>
            </a:extLst>
          </p:cNvPr>
          <p:cNvSpPr>
            <a:spLocks noGrp="1"/>
          </p:cNvSpPr>
          <p:nvPr>
            <p:ph sz="quarter" idx="15"/>
          </p:nvPr>
        </p:nvSpPr>
        <p:spPr>
          <a:xfrm>
            <a:off x="457200" y="3045260"/>
            <a:ext cx="468000" cy="468000"/>
          </a:xfrm>
        </p:spPr>
        <p:txBody>
          <a:bodyPr tIns="0"/>
          <a:lstStyle/>
          <a:p>
            <a:pPr marL="432" indent="0">
              <a:buNone/>
            </a:pPr>
            <a:r>
              <a:rPr lang="en-US" dirty="0"/>
              <a:t>?</a:t>
            </a:r>
          </a:p>
        </p:txBody>
      </p:sp>
      <p:sp>
        <p:nvSpPr>
          <p:cNvPr id="19" name="Content Placeholder 18">
            <a:extLst>
              <a:ext uri="{FF2B5EF4-FFF2-40B4-BE49-F238E27FC236}">
                <a16:creationId xmlns:a16="http://schemas.microsoft.com/office/drawing/2014/main" id="{74AB9BAA-24DF-4904-8CE4-3C00D023AE98}"/>
              </a:ext>
            </a:extLst>
          </p:cNvPr>
          <p:cNvSpPr>
            <a:spLocks noGrp="1"/>
          </p:cNvSpPr>
          <p:nvPr>
            <p:ph sz="quarter" idx="16"/>
          </p:nvPr>
        </p:nvSpPr>
        <p:spPr>
          <a:xfrm>
            <a:off x="2460186" y="3043028"/>
            <a:ext cx="3035300" cy="432000"/>
          </a:xfrm>
        </p:spPr>
        <p:txBody>
          <a:bodyPr tIns="0"/>
          <a:lstStyle/>
          <a:p>
            <a:pPr marL="432" indent="0">
              <a:buNone/>
            </a:pPr>
            <a:r>
              <a:rPr lang="en-US" altLang="en-US" dirty="0"/>
              <a:t>unbounded wildcard</a:t>
            </a:r>
            <a:endParaRPr lang="en-US" dirty="0"/>
          </a:p>
        </p:txBody>
      </p:sp>
      <p:sp>
        <p:nvSpPr>
          <p:cNvPr id="20" name="Content Placeholder 19">
            <a:extLst>
              <a:ext uri="{FF2B5EF4-FFF2-40B4-BE49-F238E27FC236}">
                <a16:creationId xmlns:a16="http://schemas.microsoft.com/office/drawing/2014/main" id="{07E91994-0CAF-4A61-B2F8-2FB7686D3BB4}"/>
              </a:ext>
            </a:extLst>
          </p:cNvPr>
          <p:cNvSpPr>
            <a:spLocks noGrp="1"/>
          </p:cNvSpPr>
          <p:nvPr>
            <p:ph sz="quarter" idx="17"/>
          </p:nvPr>
        </p:nvSpPr>
        <p:spPr>
          <a:xfrm>
            <a:off x="454660" y="3707134"/>
            <a:ext cx="1872000" cy="432000"/>
          </a:xfrm>
        </p:spPr>
        <p:txBody>
          <a:bodyPr tIns="0"/>
          <a:lstStyle/>
          <a:p>
            <a:pPr marL="432" indent="0">
              <a:buNone/>
            </a:pPr>
            <a:r>
              <a:rPr lang="en-US" altLang="en-US" dirty="0"/>
              <a:t>? extends T</a:t>
            </a:r>
            <a:endParaRPr lang="en-US" dirty="0"/>
          </a:p>
        </p:txBody>
      </p:sp>
      <p:sp>
        <p:nvSpPr>
          <p:cNvPr id="21" name="Content Placeholder 20">
            <a:extLst>
              <a:ext uri="{FF2B5EF4-FFF2-40B4-BE49-F238E27FC236}">
                <a16:creationId xmlns:a16="http://schemas.microsoft.com/office/drawing/2014/main" id="{A7FBB234-8365-4979-81B2-8F12B52A9052}"/>
              </a:ext>
            </a:extLst>
          </p:cNvPr>
          <p:cNvSpPr>
            <a:spLocks noGrp="1"/>
          </p:cNvSpPr>
          <p:nvPr>
            <p:ph sz="quarter" idx="18"/>
          </p:nvPr>
        </p:nvSpPr>
        <p:spPr>
          <a:xfrm>
            <a:off x="2457450" y="3680501"/>
            <a:ext cx="2755900" cy="468000"/>
          </a:xfrm>
        </p:spPr>
        <p:txBody>
          <a:bodyPr tIns="0"/>
          <a:lstStyle/>
          <a:p>
            <a:pPr marL="432" indent="0">
              <a:buNone/>
            </a:pPr>
            <a:r>
              <a:rPr lang="en-US" altLang="en-US" dirty="0"/>
              <a:t>bounded wildcard</a:t>
            </a:r>
            <a:endParaRPr lang="en-US" dirty="0"/>
          </a:p>
        </p:txBody>
      </p:sp>
      <p:sp>
        <p:nvSpPr>
          <p:cNvPr id="22" name="Content Placeholder 21">
            <a:extLst>
              <a:ext uri="{FF2B5EF4-FFF2-40B4-BE49-F238E27FC236}">
                <a16:creationId xmlns:a16="http://schemas.microsoft.com/office/drawing/2014/main" id="{D5F22ACD-6625-404F-8803-4FA791DCC01A}"/>
              </a:ext>
            </a:extLst>
          </p:cNvPr>
          <p:cNvSpPr>
            <a:spLocks noGrp="1"/>
          </p:cNvSpPr>
          <p:nvPr>
            <p:ph sz="quarter" idx="19"/>
          </p:nvPr>
        </p:nvSpPr>
        <p:spPr>
          <a:xfrm>
            <a:off x="458372" y="4296602"/>
            <a:ext cx="1651000" cy="468000"/>
          </a:xfrm>
        </p:spPr>
        <p:txBody>
          <a:bodyPr tIns="0"/>
          <a:lstStyle/>
          <a:p>
            <a:pPr marL="432" indent="0">
              <a:buNone/>
            </a:pPr>
            <a:r>
              <a:rPr lang="en-US" altLang="en-US" dirty="0"/>
              <a:t>? super T</a:t>
            </a:r>
            <a:endParaRPr lang="en-US" dirty="0"/>
          </a:p>
        </p:txBody>
      </p:sp>
      <p:sp>
        <p:nvSpPr>
          <p:cNvPr id="23" name="Content Placeholder 22">
            <a:extLst>
              <a:ext uri="{FF2B5EF4-FFF2-40B4-BE49-F238E27FC236}">
                <a16:creationId xmlns:a16="http://schemas.microsoft.com/office/drawing/2014/main" id="{EB2F355F-C719-4F89-92F7-EBE102C2D644}"/>
              </a:ext>
            </a:extLst>
          </p:cNvPr>
          <p:cNvSpPr>
            <a:spLocks noGrp="1"/>
          </p:cNvSpPr>
          <p:nvPr>
            <p:ph sz="quarter" idx="21"/>
          </p:nvPr>
        </p:nvSpPr>
        <p:spPr>
          <a:xfrm>
            <a:off x="2458818" y="4313094"/>
            <a:ext cx="3136900" cy="432000"/>
          </a:xfrm>
        </p:spPr>
        <p:txBody>
          <a:bodyPr tIns="0"/>
          <a:lstStyle/>
          <a:p>
            <a:pPr marL="432" indent="0">
              <a:buNone/>
            </a:pPr>
            <a:r>
              <a:rPr lang="en-US" altLang="en-US" dirty="0"/>
              <a:t>lower bound wildcard</a:t>
            </a:r>
            <a:endParaRPr lang="en-US" dirty="0"/>
          </a:p>
        </p:txBody>
      </p:sp>
      <p:sp>
        <p:nvSpPr>
          <p:cNvPr id="25" name="Text Placeholder 24">
            <a:extLst>
              <a:ext uri="{FF2B5EF4-FFF2-40B4-BE49-F238E27FC236}">
                <a16:creationId xmlns:a16="http://schemas.microsoft.com/office/drawing/2014/main" id="{3206856D-5D3E-47C8-8DCF-B800B81064A0}"/>
              </a:ext>
            </a:extLst>
          </p:cNvPr>
          <p:cNvSpPr>
            <a:spLocks noGrp="1"/>
          </p:cNvSpPr>
          <p:nvPr>
            <p:ph type="body" sz="quarter" idx="22"/>
          </p:nvPr>
        </p:nvSpPr>
        <p:spPr>
          <a:xfrm>
            <a:off x="457200" y="5125741"/>
            <a:ext cx="2933700" cy="432000"/>
          </a:xfrm>
        </p:spPr>
        <p:txBody>
          <a:bodyPr tIns="0"/>
          <a:lstStyle/>
          <a:p>
            <a:pPr marL="432" indent="0">
              <a:buNone/>
            </a:pPr>
            <a:r>
              <a:rPr lang="en-US" dirty="0">
                <a:hlinkClick r:id="rId4" tooltip="https://liveexample.pearsoncmg.com/html/AnyWildCardDemo.html"/>
              </a:rPr>
              <a:t>AnyWildCardDemo</a:t>
            </a:r>
          </a:p>
        </p:txBody>
      </p:sp>
      <p:sp>
        <p:nvSpPr>
          <p:cNvPr id="30" name="Text Placeholder 29">
            <a:extLst>
              <a:ext uri="{FF2B5EF4-FFF2-40B4-BE49-F238E27FC236}">
                <a16:creationId xmlns:a16="http://schemas.microsoft.com/office/drawing/2014/main" id="{BA882565-3D2C-4E6B-966A-0AA88A05DF21}"/>
              </a:ext>
            </a:extLst>
          </p:cNvPr>
          <p:cNvSpPr>
            <a:spLocks noGrp="1"/>
          </p:cNvSpPr>
          <p:nvPr>
            <p:ph type="body" sz="quarter" idx="23"/>
          </p:nvPr>
        </p:nvSpPr>
        <p:spPr>
          <a:xfrm>
            <a:off x="3651250" y="5125741"/>
            <a:ext cx="3204000" cy="468000"/>
          </a:xfrm>
        </p:spPr>
        <p:txBody>
          <a:bodyPr tIns="0"/>
          <a:lstStyle/>
          <a:p>
            <a:pPr marL="432" indent="0">
              <a:buNone/>
            </a:pPr>
            <a:r>
              <a:rPr lang="en-US" altLang="en-US" dirty="0">
                <a:hlinkClick r:id="rId5" tooltip="https://liveexample.pearsoncmg.com/html/SuperWildCardDemo.html"/>
              </a:rPr>
              <a:t>SuperWildCardDemo</a:t>
            </a:r>
          </a:p>
        </p:txBody>
      </p:sp>
    </p:spTree>
    <p:extLst>
      <p:ext uri="{BB962C8B-B14F-4D97-AF65-F5344CB8AC3E}">
        <p14:creationId xmlns:p14="http://schemas.microsoft.com/office/powerpoint/2010/main" val="115909362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38F1A5-B5FB-4A2F-87C1-101E36AEC25C}"/>
              </a:ext>
            </a:extLst>
          </p:cNvPr>
          <p:cNvSpPr>
            <a:spLocks noGrp="1"/>
          </p:cNvSpPr>
          <p:nvPr>
            <p:ph type="title"/>
          </p:nvPr>
        </p:nvSpPr>
        <p:spPr/>
        <p:txBody>
          <a:bodyPr/>
          <a:lstStyle/>
          <a:p>
            <a:r>
              <a:rPr lang="en-US" dirty="0"/>
              <a:t>Generic Types and Wildcard Types</a:t>
            </a:r>
          </a:p>
        </p:txBody>
      </p:sp>
      <p:pic>
        <p:nvPicPr>
          <p:cNvPr id="7" name="Picture 6" descr="An illustration shows the generic types and wildcard types objects. For long description in Notes pane, press F6.">
            <a:extLst>
              <a:ext uri="{FF2B5EF4-FFF2-40B4-BE49-F238E27FC236}">
                <a16:creationId xmlns:a16="http://schemas.microsoft.com/office/drawing/2014/main" id="{71BDB231-2556-4817-B0F0-D15E7F5B0FC9}"/>
              </a:ext>
            </a:extLst>
          </p:cNvPr>
          <p:cNvPicPr>
            <a:picLocks noChangeAspect="1"/>
          </p:cNvPicPr>
          <p:nvPr/>
        </p:nvPicPr>
        <p:blipFill>
          <a:blip r:embed="rId3"/>
          <a:stretch>
            <a:fillRect/>
          </a:stretch>
        </p:blipFill>
        <p:spPr>
          <a:xfrm>
            <a:off x="614714" y="2114437"/>
            <a:ext cx="7914572" cy="2246983"/>
          </a:xfrm>
          <a:prstGeom prst="rect">
            <a:avLst/>
          </a:prstGeom>
        </p:spPr>
      </p:pic>
    </p:spTree>
    <p:extLst>
      <p:ext uri="{BB962C8B-B14F-4D97-AF65-F5344CB8AC3E}">
        <p14:creationId xmlns:p14="http://schemas.microsoft.com/office/powerpoint/2010/main" val="4631045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27F62C-95E0-409B-AC25-1E7A5081252D}"/>
              </a:ext>
            </a:extLst>
          </p:cNvPr>
          <p:cNvSpPr>
            <a:spLocks noGrp="1"/>
          </p:cNvSpPr>
          <p:nvPr>
            <p:ph type="title"/>
          </p:nvPr>
        </p:nvSpPr>
        <p:spPr/>
        <p:txBody>
          <a:bodyPr/>
          <a:lstStyle/>
          <a:p>
            <a:r>
              <a:rPr lang="en-US" sz="3200" dirty="0"/>
              <a:t>Erasure and Restrictions on Generics</a:t>
            </a:r>
          </a:p>
        </p:txBody>
      </p:sp>
      <p:sp>
        <p:nvSpPr>
          <p:cNvPr id="3" name="Content Placeholder 2">
            <a:extLst>
              <a:ext uri="{FF2B5EF4-FFF2-40B4-BE49-F238E27FC236}">
                <a16:creationId xmlns:a16="http://schemas.microsoft.com/office/drawing/2014/main" id="{64132034-B993-48ED-9861-7C63B37B3028}"/>
              </a:ext>
            </a:extLst>
          </p:cNvPr>
          <p:cNvSpPr>
            <a:spLocks noGrp="1"/>
          </p:cNvSpPr>
          <p:nvPr>
            <p:ph sz="quarter" idx="13"/>
          </p:nvPr>
        </p:nvSpPr>
        <p:spPr>
          <a:xfrm>
            <a:off x="457200" y="1554920"/>
            <a:ext cx="8172000" cy="2448000"/>
          </a:xfrm>
        </p:spPr>
        <p:txBody>
          <a:bodyPr/>
          <a:lstStyle/>
          <a:p>
            <a:pPr marL="432" indent="0">
              <a:buNone/>
            </a:pPr>
            <a:r>
              <a:rPr lang="en-US"/>
              <a:t>Generics are implemented using an approach called </a:t>
            </a:r>
            <a:r>
              <a:rPr lang="en-US" b="1"/>
              <a:t>type erasure</a:t>
            </a:r>
            <a:r>
              <a:rPr lang="en-US"/>
              <a:t>. The compiler uses the generic type information to compile the code, but erases it afterwards. So the generic information is not available at runtime. This approach enables the generic code to be backward-compatible with the legacy code that uses raw types.</a:t>
            </a:r>
          </a:p>
        </p:txBody>
      </p:sp>
    </p:spTree>
    <p:extLst>
      <p:ext uri="{BB962C8B-B14F-4D97-AF65-F5344CB8AC3E}">
        <p14:creationId xmlns:p14="http://schemas.microsoft.com/office/powerpoint/2010/main" val="228165917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31382D-5974-457C-8D77-83A619ABD635}"/>
              </a:ext>
            </a:extLst>
          </p:cNvPr>
          <p:cNvSpPr>
            <a:spLocks noGrp="1"/>
          </p:cNvSpPr>
          <p:nvPr>
            <p:ph type="title"/>
          </p:nvPr>
        </p:nvSpPr>
        <p:spPr/>
        <p:txBody>
          <a:bodyPr/>
          <a:lstStyle/>
          <a:p>
            <a:r>
              <a:rPr lang="en-US" dirty="0"/>
              <a:t>Compile Time Checking</a:t>
            </a:r>
          </a:p>
        </p:txBody>
      </p:sp>
      <p:sp>
        <p:nvSpPr>
          <p:cNvPr id="3" name="Content Placeholder 2">
            <a:extLst>
              <a:ext uri="{FF2B5EF4-FFF2-40B4-BE49-F238E27FC236}">
                <a16:creationId xmlns:a16="http://schemas.microsoft.com/office/drawing/2014/main" id="{C7BBB6CA-03ED-40F1-BA4C-718DDB80CE4F}"/>
              </a:ext>
            </a:extLst>
          </p:cNvPr>
          <p:cNvSpPr>
            <a:spLocks noGrp="1"/>
          </p:cNvSpPr>
          <p:nvPr>
            <p:ph sz="quarter" idx="13"/>
          </p:nvPr>
        </p:nvSpPr>
        <p:spPr>
          <a:xfrm>
            <a:off x="470451" y="1556327"/>
            <a:ext cx="8244000" cy="1709387"/>
          </a:xfrm>
        </p:spPr>
        <p:txBody>
          <a:bodyPr/>
          <a:lstStyle/>
          <a:p>
            <a:pPr marL="432" indent="0">
              <a:buNone/>
            </a:pPr>
            <a:r>
              <a:rPr lang="en-US"/>
              <a:t>For example, the compiler checks whether generics is used correctly for the following code in (a) and translates it into the equivalent code in (b) for runtime use. The code in (b) uses the raw type.</a:t>
            </a:r>
          </a:p>
        </p:txBody>
      </p:sp>
      <p:pic>
        <p:nvPicPr>
          <p:cNvPr id="8" name="Picture 7" descr="Two code blocks as follows. For long description in Notes pane, press F6.">
            <a:extLst>
              <a:ext uri="{FF2B5EF4-FFF2-40B4-BE49-F238E27FC236}">
                <a16:creationId xmlns:a16="http://schemas.microsoft.com/office/drawing/2014/main" id="{07431FB5-A164-452C-9B71-77B81D754774}"/>
              </a:ext>
            </a:extLst>
          </p:cNvPr>
          <p:cNvPicPr>
            <a:picLocks noChangeAspect="1"/>
          </p:cNvPicPr>
          <p:nvPr/>
        </p:nvPicPr>
        <p:blipFill>
          <a:blip r:embed="rId3"/>
          <a:stretch>
            <a:fillRect/>
          </a:stretch>
        </p:blipFill>
        <p:spPr>
          <a:xfrm>
            <a:off x="577869" y="3695957"/>
            <a:ext cx="7988261" cy="1082853"/>
          </a:xfrm>
          <a:prstGeom prst="rect">
            <a:avLst/>
          </a:prstGeom>
        </p:spPr>
      </p:pic>
    </p:spTree>
    <p:extLst>
      <p:ext uri="{BB962C8B-B14F-4D97-AF65-F5344CB8AC3E}">
        <p14:creationId xmlns:p14="http://schemas.microsoft.com/office/powerpoint/2010/main" val="374694610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DB49F7-CD35-4665-8007-2BE6C405DE6E}"/>
              </a:ext>
            </a:extLst>
          </p:cNvPr>
          <p:cNvSpPr>
            <a:spLocks noGrp="1"/>
          </p:cNvSpPr>
          <p:nvPr>
            <p:ph type="title"/>
          </p:nvPr>
        </p:nvSpPr>
        <p:spPr/>
        <p:txBody>
          <a:bodyPr/>
          <a:lstStyle/>
          <a:p>
            <a:r>
              <a:rPr lang="en-US" dirty="0"/>
              <a:t>Important Facts</a:t>
            </a:r>
          </a:p>
        </p:txBody>
      </p:sp>
      <p:sp>
        <p:nvSpPr>
          <p:cNvPr id="3" name="Content Placeholder 2">
            <a:extLst>
              <a:ext uri="{FF2B5EF4-FFF2-40B4-BE49-F238E27FC236}">
                <a16:creationId xmlns:a16="http://schemas.microsoft.com/office/drawing/2014/main" id="{D689B72C-2F2E-45C0-955D-C7CAEAA7B977}"/>
              </a:ext>
            </a:extLst>
          </p:cNvPr>
          <p:cNvSpPr>
            <a:spLocks noGrp="1"/>
          </p:cNvSpPr>
          <p:nvPr>
            <p:ph sz="quarter" idx="13"/>
          </p:nvPr>
        </p:nvSpPr>
        <p:spPr>
          <a:xfrm>
            <a:off x="457200" y="1556327"/>
            <a:ext cx="8172000" cy="1692000"/>
          </a:xfrm>
        </p:spPr>
        <p:txBody>
          <a:bodyPr/>
          <a:lstStyle/>
          <a:p>
            <a:pPr marL="432" indent="0">
              <a:buNone/>
            </a:pPr>
            <a:r>
              <a:rPr lang="en-US" sz="1800" dirty="0"/>
              <a:t>It is important to note that a generic class is shared by all its instances regardless of its actual generic type.</a:t>
            </a:r>
          </a:p>
          <a:p>
            <a:pPr marL="255600" indent="0">
              <a:buNone/>
            </a:pPr>
            <a:r>
              <a:rPr lang="en-US" sz="1800" dirty="0">
                <a:latin typeface="Courier New" panose="02070309020205020404" pitchFamily="49" charset="0"/>
                <a:cs typeface="Courier New" panose="02070309020205020404" pitchFamily="49" charset="0"/>
              </a:rPr>
              <a:t>GenericStack&lt;String&gt; stack1 = new GenericStack&lt;&gt;();</a:t>
            </a:r>
          </a:p>
          <a:p>
            <a:pPr marL="255600" indent="0">
              <a:buNone/>
            </a:pPr>
            <a:r>
              <a:rPr lang="en-US" sz="1800" dirty="0">
                <a:latin typeface="Courier New" panose="02070309020205020404" pitchFamily="49" charset="0"/>
                <a:cs typeface="Courier New" panose="02070309020205020404" pitchFamily="49" charset="0"/>
              </a:rPr>
              <a:t>GenericStack&lt;Integer&gt; stack2 = new GenericStack&lt;&gt;();</a:t>
            </a:r>
          </a:p>
        </p:txBody>
      </p:sp>
      <p:sp>
        <p:nvSpPr>
          <p:cNvPr id="4" name="Content Placeholder 3">
            <a:extLst>
              <a:ext uri="{FF2B5EF4-FFF2-40B4-BE49-F238E27FC236}">
                <a16:creationId xmlns:a16="http://schemas.microsoft.com/office/drawing/2014/main" id="{84D630BA-1F0A-4642-A2F0-B11A2261697D}"/>
              </a:ext>
            </a:extLst>
          </p:cNvPr>
          <p:cNvSpPr>
            <a:spLocks noGrp="1"/>
          </p:cNvSpPr>
          <p:nvPr>
            <p:ph sz="quarter" idx="14"/>
          </p:nvPr>
        </p:nvSpPr>
        <p:spPr>
          <a:xfrm>
            <a:off x="457200" y="3499928"/>
            <a:ext cx="8172000" cy="720000"/>
          </a:xfrm>
        </p:spPr>
        <p:txBody>
          <a:bodyPr/>
          <a:lstStyle/>
          <a:p>
            <a:pPr marL="432" indent="0">
              <a:buNone/>
            </a:pPr>
            <a:r>
              <a:rPr lang="en-US" sz="1800" dirty="0"/>
              <a:t>Although </a:t>
            </a:r>
            <a:r>
              <a:rPr lang="en-US" sz="1800" dirty="0">
                <a:latin typeface="Courier New" panose="02070309020205020404" pitchFamily="49" charset="0"/>
                <a:cs typeface="Courier New" panose="02070309020205020404" pitchFamily="49" charset="0"/>
              </a:rPr>
              <a:t>GenericStack&lt;String&gt; </a:t>
            </a:r>
            <a:r>
              <a:rPr lang="en-US" sz="1800" dirty="0"/>
              <a:t>and </a:t>
            </a:r>
            <a:r>
              <a:rPr lang="en-US" sz="1800" dirty="0">
                <a:latin typeface="Courier New" panose="02070309020205020404" pitchFamily="49" charset="0"/>
                <a:cs typeface="Courier New" panose="02070309020205020404" pitchFamily="49" charset="0"/>
              </a:rPr>
              <a:t>GenericStack&lt;Integer&gt; </a:t>
            </a:r>
            <a:r>
              <a:rPr lang="en-US" sz="1800" dirty="0"/>
              <a:t>are two types, but there is only one class </a:t>
            </a:r>
            <a:r>
              <a:rPr lang="en-US" sz="1800" dirty="0">
                <a:latin typeface="Courier New" panose="02070309020205020404" pitchFamily="49" charset="0"/>
                <a:cs typeface="Courier New" panose="02070309020205020404" pitchFamily="49" charset="0"/>
              </a:rPr>
              <a:t>GenericStack </a:t>
            </a:r>
            <a:r>
              <a:rPr lang="en-US" sz="1800" dirty="0"/>
              <a:t>loaded into the J</a:t>
            </a:r>
            <a:r>
              <a:rPr lang="en-US" sz="100" dirty="0"/>
              <a:t> </a:t>
            </a:r>
            <a:r>
              <a:rPr lang="en-US" sz="1800" dirty="0"/>
              <a:t>V</a:t>
            </a:r>
            <a:r>
              <a:rPr lang="en-US" sz="100" dirty="0"/>
              <a:t> </a:t>
            </a:r>
            <a:r>
              <a:rPr lang="en-US" sz="1800" dirty="0"/>
              <a:t>M.</a:t>
            </a:r>
          </a:p>
        </p:txBody>
      </p:sp>
    </p:spTree>
    <p:extLst>
      <p:ext uri="{BB962C8B-B14F-4D97-AF65-F5344CB8AC3E}">
        <p14:creationId xmlns:p14="http://schemas.microsoft.com/office/powerpoint/2010/main" val="34808996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07323D-30CB-4CE3-A60B-7745350BB8BD}"/>
              </a:ext>
            </a:extLst>
          </p:cNvPr>
          <p:cNvSpPr>
            <a:spLocks noGrp="1"/>
          </p:cNvSpPr>
          <p:nvPr>
            <p:ph type="title"/>
          </p:nvPr>
        </p:nvSpPr>
        <p:spPr/>
        <p:txBody>
          <a:bodyPr/>
          <a:lstStyle/>
          <a:p>
            <a:r>
              <a:rPr lang="en-US"/>
              <a:t>Restrictions on Generics</a:t>
            </a:r>
          </a:p>
        </p:txBody>
      </p:sp>
      <p:sp>
        <p:nvSpPr>
          <p:cNvPr id="3" name="Content Placeholder 2">
            <a:extLst>
              <a:ext uri="{FF2B5EF4-FFF2-40B4-BE49-F238E27FC236}">
                <a16:creationId xmlns:a16="http://schemas.microsoft.com/office/drawing/2014/main" id="{0D9EB1F6-4109-4B82-A402-375D7EDC60B4}"/>
              </a:ext>
            </a:extLst>
          </p:cNvPr>
          <p:cNvSpPr>
            <a:spLocks noGrp="1"/>
          </p:cNvSpPr>
          <p:nvPr>
            <p:ph sz="quarter" idx="13"/>
          </p:nvPr>
        </p:nvSpPr>
        <p:spPr>
          <a:xfrm>
            <a:off x="457200" y="1554920"/>
            <a:ext cx="8232775" cy="3348000"/>
          </a:xfrm>
        </p:spPr>
        <p:txBody>
          <a:bodyPr/>
          <a:lstStyle/>
          <a:p>
            <a:r>
              <a:rPr lang="en-US" dirty="0"/>
              <a:t>Restriction 1: Cannot Create an Instance of a Generic Type. (i.e., </a:t>
            </a:r>
            <a:r>
              <a:rPr lang="en-US" dirty="0">
                <a:latin typeface="Courier New" panose="02070309020205020404" pitchFamily="49" charset="0"/>
                <a:cs typeface="Courier New" panose="02070309020205020404" pitchFamily="49" charset="0"/>
              </a:rPr>
              <a:t>new E()</a:t>
            </a:r>
            <a:r>
              <a:rPr lang="en-US" dirty="0"/>
              <a:t>).</a:t>
            </a:r>
          </a:p>
          <a:p>
            <a:r>
              <a:rPr lang="en-US" dirty="0"/>
              <a:t>Restriction 2: Generic Array Creation is Not Allowed. (i.e., new </a:t>
            </a:r>
            <a:r>
              <a:rPr lang="en-US" dirty="0">
                <a:latin typeface="Courier New" panose="02070309020205020404" pitchFamily="49" charset="0"/>
                <a:cs typeface="Courier New" panose="02070309020205020404" pitchFamily="49" charset="0"/>
              </a:rPr>
              <a:t>E[100]</a:t>
            </a:r>
            <a:r>
              <a:rPr lang="en-US" dirty="0"/>
              <a:t>).</a:t>
            </a:r>
          </a:p>
          <a:p>
            <a:r>
              <a:rPr lang="en-US" dirty="0"/>
              <a:t>Restriction 3: A Generic Type Parameter of a Class Is Not Allowed in a Static Context.</a:t>
            </a:r>
          </a:p>
          <a:p>
            <a:r>
              <a:rPr lang="en-US" dirty="0"/>
              <a:t>Restriction 4: Exception Classes Cannot be Generic.</a:t>
            </a:r>
          </a:p>
        </p:txBody>
      </p:sp>
    </p:spTree>
    <p:extLst>
      <p:ext uri="{BB962C8B-B14F-4D97-AF65-F5344CB8AC3E}">
        <p14:creationId xmlns:p14="http://schemas.microsoft.com/office/powerpoint/2010/main" val="162720109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965F66-F7C9-41DA-874F-7735FE86F3EB}"/>
              </a:ext>
            </a:extLst>
          </p:cNvPr>
          <p:cNvSpPr>
            <a:spLocks noGrp="1"/>
          </p:cNvSpPr>
          <p:nvPr>
            <p:ph type="title"/>
          </p:nvPr>
        </p:nvSpPr>
        <p:spPr/>
        <p:txBody>
          <a:bodyPr/>
          <a:lstStyle/>
          <a:p>
            <a:r>
              <a:rPr lang="en-US" dirty="0"/>
              <a:t>Designing Generic Matrix Classes</a:t>
            </a:r>
          </a:p>
        </p:txBody>
      </p:sp>
      <p:sp>
        <p:nvSpPr>
          <p:cNvPr id="3" name="Content Placeholder 2">
            <a:extLst>
              <a:ext uri="{FF2B5EF4-FFF2-40B4-BE49-F238E27FC236}">
                <a16:creationId xmlns:a16="http://schemas.microsoft.com/office/drawing/2014/main" id="{FE201B6F-CE3F-4E54-A782-B9B44A1C6CF2}"/>
              </a:ext>
            </a:extLst>
          </p:cNvPr>
          <p:cNvSpPr>
            <a:spLocks noGrp="1"/>
          </p:cNvSpPr>
          <p:nvPr>
            <p:ph sz="quarter" idx="13"/>
          </p:nvPr>
        </p:nvSpPr>
        <p:spPr>
          <a:xfrm>
            <a:off x="457200" y="1552576"/>
            <a:ext cx="8208000" cy="1413908"/>
          </a:xfrm>
        </p:spPr>
        <p:txBody>
          <a:bodyPr/>
          <a:lstStyle/>
          <a:p>
            <a:pPr marL="432" indent="0">
              <a:buNone/>
            </a:pPr>
            <a:r>
              <a:rPr lang="en-US" dirty="0"/>
              <a:t>Objective: This example gives a generic class for matrix arithmetic. This class implements matrix addition and multiplication common for all types of matrices.</a:t>
            </a:r>
          </a:p>
        </p:txBody>
      </p:sp>
      <p:sp>
        <p:nvSpPr>
          <p:cNvPr id="10" name="Text Placeholder 9">
            <a:extLst>
              <a:ext uri="{FF2B5EF4-FFF2-40B4-BE49-F238E27FC236}">
                <a16:creationId xmlns:a16="http://schemas.microsoft.com/office/drawing/2014/main" id="{AA383BA8-4128-4AAD-9285-18C93B7C2843}"/>
              </a:ext>
            </a:extLst>
          </p:cNvPr>
          <p:cNvSpPr>
            <a:spLocks noGrp="1"/>
          </p:cNvSpPr>
          <p:nvPr>
            <p:ph type="body" sz="quarter" idx="20"/>
          </p:nvPr>
        </p:nvSpPr>
        <p:spPr>
          <a:xfrm>
            <a:off x="6491672" y="5707062"/>
            <a:ext cx="2155371" cy="432000"/>
          </a:xfrm>
        </p:spPr>
        <p:txBody>
          <a:bodyPr tIns="0"/>
          <a:lstStyle/>
          <a:p>
            <a:pPr marL="432" indent="0">
              <a:buNone/>
            </a:pPr>
            <a:r>
              <a:rPr lang="en-US" dirty="0">
                <a:hlinkClick r:id="rId3" tooltip="https://liveexample.pearsoncmg.com/html/GenericMatrix.html"/>
              </a:rPr>
              <a:t>GenericMatrix</a:t>
            </a:r>
          </a:p>
        </p:txBody>
      </p:sp>
    </p:spTree>
    <p:extLst>
      <p:ext uri="{BB962C8B-B14F-4D97-AF65-F5344CB8AC3E}">
        <p14:creationId xmlns:p14="http://schemas.microsoft.com/office/powerpoint/2010/main" val="330540902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A0E521-D58C-46F9-9B9A-9DD167CD2893}"/>
              </a:ext>
            </a:extLst>
          </p:cNvPr>
          <p:cNvSpPr>
            <a:spLocks noGrp="1"/>
          </p:cNvSpPr>
          <p:nvPr>
            <p:ph type="title"/>
          </p:nvPr>
        </p:nvSpPr>
        <p:spPr/>
        <p:txBody>
          <a:bodyPr/>
          <a:lstStyle/>
          <a:p>
            <a:r>
              <a:rPr lang="en-US" dirty="0"/>
              <a:t>U</a:t>
            </a:r>
            <a:r>
              <a:rPr lang="en-US" sz="100" dirty="0"/>
              <a:t> </a:t>
            </a:r>
            <a:r>
              <a:rPr lang="en-US" dirty="0"/>
              <a:t>M</a:t>
            </a:r>
            <a:r>
              <a:rPr lang="en-US" sz="100" dirty="0"/>
              <a:t> </a:t>
            </a:r>
            <a:r>
              <a:rPr lang="en-US" dirty="0"/>
              <a:t>L Diagram</a:t>
            </a:r>
          </a:p>
        </p:txBody>
      </p:sp>
      <p:pic>
        <p:nvPicPr>
          <p:cNvPr id="7" name="Picture 6" descr="A code block for GenericMatrix less than symbol E extends Number greater than symbol as follows. For long description in Notes pane, press F6.">
            <a:extLst>
              <a:ext uri="{FF2B5EF4-FFF2-40B4-BE49-F238E27FC236}">
                <a16:creationId xmlns:a16="http://schemas.microsoft.com/office/drawing/2014/main" id="{A634A20B-EDE9-4EEC-8ED5-602D41F227DF}"/>
              </a:ext>
            </a:extLst>
          </p:cNvPr>
          <p:cNvPicPr>
            <a:picLocks noChangeAspect="1"/>
          </p:cNvPicPr>
          <p:nvPr/>
        </p:nvPicPr>
        <p:blipFill>
          <a:blip r:embed="rId3"/>
          <a:stretch>
            <a:fillRect/>
          </a:stretch>
        </p:blipFill>
        <p:spPr>
          <a:xfrm>
            <a:off x="551614" y="2143882"/>
            <a:ext cx="7987762" cy="2305194"/>
          </a:xfrm>
          <a:prstGeom prst="rect">
            <a:avLst/>
          </a:prstGeom>
        </p:spPr>
      </p:pic>
    </p:spTree>
    <p:extLst>
      <p:ext uri="{BB962C8B-B14F-4D97-AF65-F5344CB8AC3E}">
        <p14:creationId xmlns:p14="http://schemas.microsoft.com/office/powerpoint/2010/main" val="166605201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C12657-5C4D-4254-812A-BEB292648CE8}"/>
              </a:ext>
            </a:extLst>
          </p:cNvPr>
          <p:cNvSpPr>
            <a:spLocks noGrp="1"/>
          </p:cNvSpPr>
          <p:nvPr>
            <p:ph type="title"/>
          </p:nvPr>
        </p:nvSpPr>
        <p:spPr/>
        <p:txBody>
          <a:bodyPr/>
          <a:lstStyle/>
          <a:p>
            <a:r>
              <a:rPr lang="en-US" dirty="0"/>
              <a:t>Source Code</a:t>
            </a:r>
          </a:p>
        </p:txBody>
      </p:sp>
      <p:sp>
        <p:nvSpPr>
          <p:cNvPr id="3" name="Content Placeholder 2">
            <a:extLst>
              <a:ext uri="{FF2B5EF4-FFF2-40B4-BE49-F238E27FC236}">
                <a16:creationId xmlns:a16="http://schemas.microsoft.com/office/drawing/2014/main" id="{81AF42EB-5CE6-4676-8CB1-BE29DA75B425}"/>
              </a:ext>
            </a:extLst>
          </p:cNvPr>
          <p:cNvSpPr>
            <a:spLocks noGrp="1"/>
          </p:cNvSpPr>
          <p:nvPr>
            <p:ph sz="quarter" idx="13"/>
          </p:nvPr>
        </p:nvSpPr>
        <p:spPr>
          <a:xfrm>
            <a:off x="457200" y="1552575"/>
            <a:ext cx="8229600" cy="1288081"/>
          </a:xfrm>
        </p:spPr>
        <p:txBody>
          <a:bodyPr/>
          <a:lstStyle/>
          <a:p>
            <a:pPr marL="432" indent="0">
              <a:buNone/>
            </a:pPr>
            <a:r>
              <a:rPr lang="en-US" dirty="0"/>
              <a:t>Objective: This example gives two programs that utilize the </a:t>
            </a:r>
            <a:r>
              <a:rPr lang="en-US" dirty="0">
                <a:latin typeface="Courier New" panose="02070309020205020404" pitchFamily="49" charset="0"/>
                <a:cs typeface="Courier New" panose="02070309020205020404" pitchFamily="49" charset="0"/>
              </a:rPr>
              <a:t>GenericMatrix</a:t>
            </a:r>
            <a:r>
              <a:rPr lang="en-US" dirty="0"/>
              <a:t> class for integer matrix arithmetic and rational matrix arithmetic.</a:t>
            </a:r>
          </a:p>
        </p:txBody>
      </p:sp>
      <p:sp>
        <p:nvSpPr>
          <p:cNvPr id="10" name="Text Placeholder 9">
            <a:extLst>
              <a:ext uri="{FF2B5EF4-FFF2-40B4-BE49-F238E27FC236}">
                <a16:creationId xmlns:a16="http://schemas.microsoft.com/office/drawing/2014/main" id="{EACFFFEA-A6B0-46F1-B1ED-19A151545DF4}"/>
              </a:ext>
            </a:extLst>
          </p:cNvPr>
          <p:cNvSpPr>
            <a:spLocks noGrp="1"/>
          </p:cNvSpPr>
          <p:nvPr>
            <p:ph type="body" sz="quarter" idx="20"/>
          </p:nvPr>
        </p:nvSpPr>
        <p:spPr>
          <a:xfrm>
            <a:off x="1357086" y="3727450"/>
            <a:ext cx="2311147" cy="510721"/>
          </a:xfrm>
        </p:spPr>
        <p:txBody>
          <a:bodyPr/>
          <a:lstStyle/>
          <a:p>
            <a:pPr marL="432" indent="0">
              <a:buNone/>
            </a:pPr>
            <a:r>
              <a:rPr lang="en-US" dirty="0">
                <a:hlinkClick r:id="rId3" tooltip="https://liveexample.pearsoncmg.com/html/IntegerMatrix.html"/>
              </a:rPr>
              <a:t>IntegerMatrix</a:t>
            </a:r>
            <a:endParaRPr lang="en-US" dirty="0">
              <a:hlinkClick r:id="rId3" tooltip="https://liveexample.pearsoncmg.com/html/IntegerMatrix.html"/>
            </a:endParaRPr>
          </a:p>
        </p:txBody>
      </p:sp>
      <p:sp>
        <p:nvSpPr>
          <p:cNvPr id="11" name="Text Placeholder 10">
            <a:extLst>
              <a:ext uri="{FF2B5EF4-FFF2-40B4-BE49-F238E27FC236}">
                <a16:creationId xmlns:a16="http://schemas.microsoft.com/office/drawing/2014/main" id="{92FEC13A-66FD-4CAA-985F-92964310F848}"/>
              </a:ext>
            </a:extLst>
          </p:cNvPr>
          <p:cNvSpPr>
            <a:spLocks noGrp="1"/>
          </p:cNvSpPr>
          <p:nvPr>
            <p:ph type="body" sz="quarter" idx="21"/>
          </p:nvPr>
        </p:nvSpPr>
        <p:spPr>
          <a:xfrm>
            <a:off x="1357086" y="4359729"/>
            <a:ext cx="2204821" cy="510721"/>
          </a:xfrm>
        </p:spPr>
        <p:txBody>
          <a:bodyPr/>
          <a:lstStyle/>
          <a:p>
            <a:pPr marL="432" indent="0">
              <a:buNone/>
            </a:pPr>
            <a:r>
              <a:rPr lang="en-US" dirty="0">
                <a:hlinkClick r:id="rId4" tooltip="https://liveexample.pearsoncmg.com/html/RationalMatrix.html"/>
              </a:rPr>
              <a:t>RationalMatrix</a:t>
            </a:r>
            <a:endParaRPr lang="en-US" dirty="0">
              <a:hlinkClick r:id="rId4" tooltip="https://liveexample.pearsoncmg.com/html/RationalMatrix.html"/>
            </a:endParaRPr>
          </a:p>
        </p:txBody>
      </p:sp>
      <p:sp>
        <p:nvSpPr>
          <p:cNvPr id="12" name="Text Placeholder 11">
            <a:extLst>
              <a:ext uri="{FF2B5EF4-FFF2-40B4-BE49-F238E27FC236}">
                <a16:creationId xmlns:a16="http://schemas.microsoft.com/office/drawing/2014/main" id="{0FCDBC9C-EAC4-48B8-8EF8-36FE154D19DE}"/>
              </a:ext>
            </a:extLst>
          </p:cNvPr>
          <p:cNvSpPr>
            <a:spLocks noGrp="1"/>
          </p:cNvSpPr>
          <p:nvPr>
            <p:ph type="body" sz="quarter" idx="22"/>
          </p:nvPr>
        </p:nvSpPr>
        <p:spPr>
          <a:xfrm>
            <a:off x="4861340" y="3727450"/>
            <a:ext cx="2664000" cy="510720"/>
          </a:xfrm>
        </p:spPr>
        <p:txBody>
          <a:bodyPr/>
          <a:lstStyle/>
          <a:p>
            <a:pPr marL="432" indent="0">
              <a:buNone/>
            </a:pPr>
            <a:r>
              <a:rPr lang="en-US" dirty="0">
                <a:hlinkClick r:id="rId5" tooltip="https://liveexample.pearsoncmg.com/html/TestIntegerMatrix.html"/>
              </a:rPr>
              <a:t>TestIntegerMatrix</a:t>
            </a:r>
            <a:endParaRPr lang="en-US" dirty="0">
              <a:hlinkClick r:id="rId5" tooltip="https://liveexample.pearsoncmg.com/html/TestIntegerMatrix.html"/>
            </a:endParaRPr>
          </a:p>
        </p:txBody>
      </p:sp>
      <p:sp>
        <p:nvSpPr>
          <p:cNvPr id="13" name="Text Placeholder 12">
            <a:extLst>
              <a:ext uri="{FF2B5EF4-FFF2-40B4-BE49-F238E27FC236}">
                <a16:creationId xmlns:a16="http://schemas.microsoft.com/office/drawing/2014/main" id="{BAFCB8E0-2738-41A7-AA40-E60A04427D44}"/>
              </a:ext>
            </a:extLst>
          </p:cNvPr>
          <p:cNvSpPr>
            <a:spLocks noGrp="1"/>
          </p:cNvSpPr>
          <p:nvPr>
            <p:ph type="body" sz="quarter" idx="23"/>
          </p:nvPr>
        </p:nvSpPr>
        <p:spPr>
          <a:xfrm>
            <a:off x="4861340" y="4359729"/>
            <a:ext cx="2808000" cy="510721"/>
          </a:xfrm>
        </p:spPr>
        <p:txBody>
          <a:bodyPr/>
          <a:lstStyle/>
          <a:p>
            <a:pPr marL="432" indent="0">
              <a:buNone/>
            </a:pPr>
            <a:r>
              <a:rPr lang="en-US" dirty="0">
                <a:hlinkClick r:id="rId6" tooltip="https://liveexample.pearsoncmg.com/html/TestRationalMatrix.html"/>
              </a:rPr>
              <a:t>TestRationalMatrix</a:t>
            </a:r>
            <a:endParaRPr lang="en-US" dirty="0">
              <a:hlinkClick r:id="rId6" tooltip="https://liveexample.pearsoncmg.com/html/TestRationalMatrix.html"/>
            </a:endParaRPr>
          </a:p>
        </p:txBody>
      </p:sp>
    </p:spTree>
    <p:extLst>
      <p:ext uri="{BB962C8B-B14F-4D97-AF65-F5344CB8AC3E}">
        <p14:creationId xmlns:p14="http://schemas.microsoft.com/office/powerpoint/2010/main" val="379922245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84"/>
        <p:cNvGrpSpPr/>
        <p:nvPr/>
      </p:nvGrpSpPr>
      <p:grpSpPr>
        <a:xfrm>
          <a:off x="0" y="0"/>
          <a:ext cx="0" cy="0"/>
          <a:chOff x="0" y="0"/>
          <a:chExt cx="0" cy="0"/>
        </a:xfrm>
      </p:grpSpPr>
      <p:sp>
        <p:nvSpPr>
          <p:cNvPr id="5" name="Title 4">
            <a:extLst>
              <a:ext uri="{FF2B5EF4-FFF2-40B4-BE49-F238E27FC236}">
                <a16:creationId xmlns:a16="http://schemas.microsoft.com/office/drawing/2014/main" id="{E47FF819-0D5D-491A-BF8F-B42813E7390C}"/>
              </a:ext>
            </a:extLst>
          </p:cNvPr>
          <p:cNvSpPr>
            <a:spLocks noGrp="1"/>
          </p:cNvSpPr>
          <p:nvPr>
            <p:ph type="title"/>
          </p:nvPr>
        </p:nvSpPr>
        <p:spPr/>
        <p:txBody>
          <a:bodyPr/>
          <a:lstStyle/>
          <a:p>
            <a:r>
              <a:rPr lang="en-US" dirty="0"/>
              <a:t>Copyright</a:t>
            </a:r>
          </a:p>
        </p:txBody>
      </p:sp>
      <p:pic>
        <p:nvPicPr>
          <p:cNvPr id="7" name="Graphic 6" descr="Warning">
            <a:extLst>
              <a:ext uri="{FF2B5EF4-FFF2-40B4-BE49-F238E27FC236}">
                <a16:creationId xmlns:a16="http://schemas.microsoft.com/office/drawing/2014/main" id="{C06FB2D2-3F36-42C9-A5A6-B6234DC54C9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46184" y="2317359"/>
            <a:ext cx="1277815" cy="1434026"/>
          </a:xfrm>
          <a:prstGeom prst="rect">
            <a:avLst/>
          </a:prstGeom>
        </p:spPr>
      </p:pic>
      <p:sp>
        <p:nvSpPr>
          <p:cNvPr id="2" name="Text Placeholder 1">
            <a:extLst>
              <a:ext uri="{FF2B5EF4-FFF2-40B4-BE49-F238E27FC236}">
                <a16:creationId xmlns:a16="http://schemas.microsoft.com/office/drawing/2014/main" id="{AD5FAE7B-F718-4307-B112-AD6256157E8F}"/>
              </a:ext>
            </a:extLst>
          </p:cNvPr>
          <p:cNvSpPr>
            <a:spLocks noGrp="1"/>
          </p:cNvSpPr>
          <p:nvPr>
            <p:ph type="body" idx="4294967295"/>
          </p:nvPr>
        </p:nvSpPr>
        <p:spPr>
          <a:xfrm>
            <a:off x="1606061" y="1852246"/>
            <a:ext cx="6858001" cy="2854836"/>
          </a:xfrm>
          <a:ln/>
        </p:spPr>
        <p:style>
          <a:lnRef idx="2">
            <a:schemeClr val="dk1"/>
          </a:lnRef>
          <a:fillRef idx="1">
            <a:schemeClr val="lt1"/>
          </a:fillRef>
          <a:effectRef idx="0">
            <a:schemeClr val="dk1"/>
          </a:effectRef>
          <a:fontRef idx="minor">
            <a:schemeClr val="dk1"/>
          </a:fontRef>
        </p:style>
        <p:txBody>
          <a:bodyPr lIns="182880" tIns="182880" rIns="182880" bIns="182880" anchor="ctr"/>
          <a:lstStyle/>
          <a:p>
            <a:pPr marL="101600" indent="0">
              <a:buNone/>
            </a:pPr>
            <a:r>
              <a:rPr lang="en-US" b="1"/>
              <a:t>This work is protected by United States copyright laws and is</a:t>
            </a:r>
            <a:r>
              <a:rPr lang="en-US" b="1" baseline="0"/>
              <a:t> </a:t>
            </a:r>
            <a:r>
              <a:rPr lang="en-US" b="1"/>
              <a:t>provided solely for the use of instructors in teaching their courses and assessing student learning. Dissemination or sale of any part of this work (including on the World Wide Web) will destroy the integrity of the work and is not permitted. The work and materials from it should never be made available to students except by instructors using the accompanying text in their classes. All recipients of this work are expected to abide by these restrictions and to honor the intended pedagogical purposes and the needs of other instructors who rely on these materials.</a:t>
            </a:r>
          </a:p>
        </p:txBody>
      </p:sp>
    </p:spTree>
  </p:cSld>
  <p:clrMapOvr>
    <a:masterClrMapping/>
  </p:clrMapOvr>
</p:sld>
</file>

<file path=ppt/theme/theme1.xml><?xml version="1.0" encoding="utf-8"?>
<a:theme xmlns:a="http://schemas.openxmlformats.org/drawingml/2006/main" name="USHE">
  <a:themeElements>
    <a:clrScheme name="Custom 7">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USHE_slide options">
  <a:themeElements>
    <a:clrScheme name="Custom 40">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33399"/>
      </a:hlink>
      <a:folHlink>
        <a:srgbClr val="7030A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bde507ab-19d9-42c9-b69f-59bb821f2f61">
      <Terms xmlns="http://schemas.microsoft.com/office/infopath/2007/PartnerControls"/>
    </lcf76f155ced4ddcb4097134ff3c332f>
    <TaxCatchAll xmlns="2b22d00c-ba54-415e-ac47-142f0dfcf7e9"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D27C0A014A242A40A6712776A1B494A0" ma:contentTypeVersion="18" ma:contentTypeDescription="Create a new document." ma:contentTypeScope="" ma:versionID="4c6acf0bdd8d3c68de79bfafae2501c2">
  <xsd:schema xmlns:xsd="http://www.w3.org/2001/XMLSchema" xmlns:xs="http://www.w3.org/2001/XMLSchema" xmlns:p="http://schemas.microsoft.com/office/2006/metadata/properties" xmlns:ns2="bde507ab-19d9-42c9-b69f-59bb821f2f61" xmlns:ns3="2b22d00c-ba54-415e-ac47-142f0dfcf7e9" targetNamespace="http://schemas.microsoft.com/office/2006/metadata/properties" ma:root="true" ma:fieldsID="db735535aa43796101af087dcd28ba92" ns2:_="" ns3:_="">
    <xsd:import namespace="bde507ab-19d9-42c9-b69f-59bb821f2f61"/>
    <xsd:import namespace="2b22d00c-ba54-415e-ac47-142f0dfcf7e9"/>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AutoTags" minOccurs="0"/>
                <xsd:element ref="ns2:MediaServiceOCR" minOccurs="0"/>
                <xsd:element ref="ns2:MediaServiceGenerationTime" minOccurs="0"/>
                <xsd:element ref="ns2:MediaServiceEventHashCode" minOccurs="0"/>
                <xsd:element ref="ns2:MediaServiceAutoKeyPoints" minOccurs="0"/>
                <xsd:element ref="ns2:MediaServiceKeyPoints" minOccurs="0"/>
                <xsd:element ref="ns2:MediaServiceDateTaken" minOccurs="0"/>
                <xsd:element ref="ns2:MediaServiceLocation" minOccurs="0"/>
                <xsd:element ref="ns2:MediaLengthInSeconds" minOccurs="0"/>
                <xsd:element ref="ns2:lcf76f155ced4ddcb4097134ff3c332f" minOccurs="0"/>
                <xsd:element ref="ns3: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de507ab-19d9-42c9-b69f-59bb821f2f6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2" nillable="true" ma:displayName="Tags" ma:internalName="MediaServiceAutoTags"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MediaServiceLocation" ma:index="19"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46342d94-4a90-4c9b-8c88-cb4c8647e98f"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2b22d00c-ba54-415e-ac47-142f0dfcf7e9"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715ee8f1-b0c3-4805-b80a-d212239595e5}" ma:internalName="TaxCatchAll" ma:showField="CatchAllData" ma:web="2b22d00c-ba54-415e-ac47-142f0dfcf7e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A39DFB8-2E94-46CE-9157-668A6BD6CB58}">
  <ds:schemaRefs>
    <ds:schemaRef ds:uri="http://schemas.microsoft.com/sharepoint/v3/contenttype/forms"/>
  </ds:schemaRefs>
</ds:datastoreItem>
</file>

<file path=customXml/itemProps2.xml><?xml version="1.0" encoding="utf-8"?>
<ds:datastoreItem xmlns:ds="http://schemas.openxmlformats.org/officeDocument/2006/customXml" ds:itemID="{2F0DFCBB-3E83-4204-A3A5-C5CFDC24E241}">
  <ds:schemaRefs>
    <ds:schemaRef ds:uri="http://purl.org/dc/terms/"/>
    <ds:schemaRef ds:uri="http://purl.org/dc/elements/1.1/"/>
    <ds:schemaRef ds:uri="2b22d00c-ba54-415e-ac47-142f0dfcf7e9"/>
    <ds:schemaRef ds:uri="http://schemas.microsoft.com/office/2006/documentManagement/types"/>
    <ds:schemaRef ds:uri="http://purl.org/dc/dcmitype/"/>
    <ds:schemaRef ds:uri="http://schemas.microsoft.com/office/infopath/2007/PartnerControls"/>
    <ds:schemaRef ds:uri="http://www.w3.org/XML/1998/namespace"/>
    <ds:schemaRef ds:uri="bde507ab-19d9-42c9-b69f-59bb821f2f61"/>
    <ds:schemaRef ds:uri="http://schemas.openxmlformats.org/package/2006/metadata/core-properties"/>
    <ds:schemaRef ds:uri="http://schemas.microsoft.com/office/2006/metadata/properties"/>
  </ds:schemaRefs>
</ds:datastoreItem>
</file>

<file path=customXml/itemProps3.xml><?xml version="1.0" encoding="utf-8"?>
<ds:datastoreItem xmlns:ds="http://schemas.openxmlformats.org/officeDocument/2006/customXml" ds:itemID="{5221A913-EBD4-4143-BAE4-4E5E8594D86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bde507ab-19d9-42c9-b69f-59bb821f2f61"/>
    <ds:schemaRef ds:uri="2b22d00c-ba54-415e-ac47-142f0dfcf7e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146663</TotalTime>
  <Words>2801</Words>
  <Application>Microsoft Office PowerPoint</Application>
  <PresentationFormat>On-screen Show (4:3)</PresentationFormat>
  <Paragraphs>249</Paragraphs>
  <Slides>27</Slides>
  <Notes>14</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27</vt:i4>
      </vt:variant>
    </vt:vector>
  </HeadingPairs>
  <TitlesOfParts>
    <vt:vector size="34" baseType="lpstr">
      <vt:lpstr>Noto Sans Symbols</vt:lpstr>
      <vt:lpstr>Times New Roman</vt:lpstr>
      <vt:lpstr>Courier New</vt:lpstr>
      <vt:lpstr>Verdana</vt:lpstr>
      <vt:lpstr>Arial</vt:lpstr>
      <vt:lpstr>USHE</vt:lpstr>
      <vt:lpstr>USHE_slide options</vt:lpstr>
      <vt:lpstr>Introduction to Java Programming and Data Structures</vt:lpstr>
      <vt:lpstr>Objectives (1 of 2)</vt:lpstr>
      <vt:lpstr>Objectives (2 of 2)</vt:lpstr>
      <vt:lpstr>Why Do You Get a Warning?</vt:lpstr>
      <vt:lpstr>Fix the Warning</vt:lpstr>
      <vt:lpstr>What Is Generics?</vt:lpstr>
      <vt:lpstr>Why Generics?</vt:lpstr>
      <vt:lpstr>Generic Type</vt:lpstr>
      <vt:lpstr>Generic ArrayList in J D K 1.5</vt:lpstr>
      <vt:lpstr>No Casting Needed</vt:lpstr>
      <vt:lpstr>Declaring Generic Classes and Interfaces</vt:lpstr>
      <vt:lpstr>Generic Static Methods</vt:lpstr>
      <vt:lpstr>Bounded Generic Type</vt:lpstr>
      <vt:lpstr>Raw Type and Backward Compatibility</vt:lpstr>
      <vt:lpstr>Raw Type Is Unsafe</vt:lpstr>
      <vt:lpstr>Avoiding Unsafe Raw Types</vt:lpstr>
      <vt:lpstr>Make It Safe</vt:lpstr>
      <vt:lpstr>Wildcards</vt:lpstr>
      <vt:lpstr>Generic Types and Wildcard Types</vt:lpstr>
      <vt:lpstr>Erasure and Restrictions on Generics</vt:lpstr>
      <vt:lpstr>Compile Time Checking</vt:lpstr>
      <vt:lpstr>Important Facts</vt:lpstr>
      <vt:lpstr>Restrictions on Generics</vt:lpstr>
      <vt:lpstr>Designing Generic Matrix Classes</vt:lpstr>
      <vt:lpstr>U M L Diagram</vt:lpstr>
      <vt:lpstr>Source Code</vt:lpstr>
      <vt:lpstr>Copyright</vt:lpstr>
    </vt:vector>
  </TitlesOfParts>
  <Company>Pearson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Java Programming and Data Structures, Thirteenth Edition, Chapter 19, Generics</dc:title>
  <dc:subject>IT</dc:subject>
  <dc:creator>Liang</dc:creator>
  <cp:keywords>Introduction to Java Programming and Data Structures</cp:keywords>
  <dc:description>This deck contains code snippets and symbols, screen reader users may need to increase verbosity levels; Long description alt-text is inserted in the notes pane; This presentation contains the hyperlinks located in Notes Pane.</dc:description>
  <cp:lastModifiedBy>Chiranjeevi Kumar</cp:lastModifiedBy>
  <cp:revision>787</cp:revision>
  <dcterms:modified xsi:type="dcterms:W3CDTF">2023-05-16T12:57:47Z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0x010100D27C0A014A242A40A6712776A1B494A0</vt:lpwstr>
  </property>
</Properties>
</file>